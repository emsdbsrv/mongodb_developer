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5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28600"/>
            <a:ext cx="38404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One-to-One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3931920" y="228600"/>
            <a:ext cx="3291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36576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one small, tightly related object inside its parent document.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9184" y="1554480"/>
            <a:ext cx="7452360" cy="4343400"/>
          </a:xfrm>
          <a:prstGeom prst="roundRect">
            <a:avLst>
              <a:gd name="adj" fmla="val 3368"/>
            </a:avLst>
          </a:prstGeom>
          <a:solidFill>
            <a:srgbClr val="0B111A"/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55648"/>
            <a:ext cx="6949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Management example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2331720"/>
            <a:ext cx="2057400" cy="1005840"/>
          </a:xfrm>
          <a:prstGeom prst="roundRect">
            <a:avLst>
              <a:gd name="adj" fmla="val 12727"/>
            </a:avLst>
          </a:prstGeom>
          <a:solidFill>
            <a:srgbClr val="0F1722"/>
          </a:solidFill>
          <a:ln w="1778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395728"/>
            <a:ext cx="2057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2770632"/>
            <a:ext cx="2057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order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15768" y="2834640"/>
            <a:ext cx="987552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75888" y="2532888"/>
            <a:ext cx="594360" cy="594360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2532888"/>
            <a:ext cx="5943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97680" y="2834640"/>
            <a:ext cx="100584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57800" y="2194560"/>
            <a:ext cx="2103120" cy="1280160"/>
          </a:xfrm>
          <a:prstGeom prst="roundRect">
            <a:avLst>
              <a:gd name="adj" fmla="val 10000"/>
            </a:avLst>
          </a:prstGeom>
          <a:solidFill>
            <a:srgbClr val="0F1722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423160"/>
            <a:ext cx="18745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shippingAddress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94960" y="2816352"/>
            <a:ext cx="1828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object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3232" y="3712464"/>
            <a:ext cx="6400800" cy="1828800"/>
          </a:xfrm>
          <a:prstGeom prst="roundRect">
            <a:avLst>
              <a:gd name="adj" fmla="val 4000"/>
            </a:avLst>
          </a:prstGeom>
          <a:solidFill>
            <a:srgbClr val="08111C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803904"/>
            <a:ext cx="62179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orderId: "ORD-1001",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"CONFIRMED",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shippingAddress: {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city: "Chennai",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country: "India"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28432" y="365760"/>
            <a:ext cx="3822192" cy="1920240"/>
          </a:xfrm>
          <a:prstGeom prst="roundRect">
            <a:avLst>
              <a:gd name="adj" fmla="val 6667"/>
            </a:avLst>
          </a:prstGeom>
          <a:solidFill>
            <a:srgbClr val="0B11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566928"/>
            <a:ext cx="3291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topic, you will: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47888" y="914400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9056" y="914400"/>
            <a:ext cx="30449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a one-to-one relationship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47888" y="1389888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49056" y="1389888"/>
            <a:ext cx="30449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ownership, access, size and lifecycle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47888" y="1865376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49056" y="1865376"/>
            <a:ext cx="30449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the child as an embedded object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47888" y="2340864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49056" y="2340864"/>
            <a:ext cx="30449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parent and child in one document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28432" y="2468880"/>
            <a:ext cx="3822192" cy="3429000"/>
          </a:xfrm>
          <a:prstGeom prst="roundRect">
            <a:avLst>
              <a:gd name="adj" fmla="val 3733"/>
            </a:avLst>
          </a:prstGeom>
          <a:solidFill>
            <a:srgbClr val="0B111A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7888" y="2670048"/>
            <a:ext cx="3291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Mental model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275320" y="3172968"/>
            <a:ext cx="1097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11312" y="3502152"/>
            <a:ext cx="1234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454896" y="3675888"/>
            <a:ext cx="768096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0287000" y="3172968"/>
            <a:ext cx="1097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204704" y="3502152"/>
            <a:ext cx="1325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247888" y="4233672"/>
            <a:ext cx="3127248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business object • bounded • read together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458200" y="497433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58200" y="4974336"/>
            <a:ext cx="12984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document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875520" y="497433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3970">
            <a:solidFill>
              <a:srgbClr val="22D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75520" y="4974336"/>
            <a:ext cx="1417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read path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052560" y="5404104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397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52560" y="5404104"/>
            <a:ext cx="126187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child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046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“One-to-One” Means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29184" y="694944"/>
            <a:ext cx="9144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parent document contains one related child object.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225296"/>
            <a:ext cx="3675888" cy="5138928"/>
          </a:xfrm>
          <a:prstGeom prst="roundRect">
            <a:avLst>
              <a:gd name="adj" fmla="val 2985"/>
            </a:avLst>
          </a:prstGeom>
          <a:solidFill>
            <a:srgbClr val="0B11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44752"/>
            <a:ext cx="3108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 anatomy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10972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parent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74520" y="1920240"/>
            <a:ext cx="15544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related object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432304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633472"/>
            <a:ext cx="14173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075688" y="2980944"/>
            <a:ext cx="50292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78608" y="2432304"/>
            <a:ext cx="1170432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2633472"/>
            <a:ext cx="117043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" y="3858768"/>
            <a:ext cx="3108960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child object has a clear upper bound and is part of the parent business object.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4088" y="5010912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5010912"/>
            <a:ext cx="129844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by parent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12264" y="5010912"/>
            <a:ext cx="1216152" cy="310896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397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12264" y="5010912"/>
            <a:ext cx="121615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together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61104" y="1225296"/>
            <a:ext cx="7571232" cy="2130552"/>
          </a:xfrm>
          <a:prstGeom prst="roundRect">
            <a:avLst>
              <a:gd name="adj" fmla="val 5150"/>
            </a:avLst>
          </a:prstGeom>
          <a:solidFill>
            <a:srgbClr val="0B111A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1444752"/>
            <a:ext cx="63093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one order → one shipping address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498848" y="1847088"/>
            <a:ext cx="3310128" cy="1234440"/>
          </a:xfrm>
          <a:prstGeom prst="roundRect">
            <a:avLst>
              <a:gd name="adj" fmla="val 5926"/>
            </a:avLst>
          </a:prstGeom>
          <a:solidFill>
            <a:srgbClr val="08111C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1938528"/>
            <a:ext cx="312724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orderId: "ORD-1001",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"CONFIRMED",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shippingAddress: {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city: "Chennai",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country: "India"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46720" y="1847088"/>
            <a:ext cx="3456432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57032" y="2075688"/>
            <a:ext cx="2971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business object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57032" y="2468880"/>
            <a:ext cx="2971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retrieved as one document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61104" y="3602736"/>
            <a:ext cx="7571232" cy="2761488"/>
          </a:xfrm>
          <a:prstGeom prst="roundRect">
            <a:avLst>
              <a:gd name="adj" fmla="val 3974"/>
            </a:avLst>
          </a:prstGeom>
          <a:solidFill>
            <a:srgbClr val="0B111A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3822192"/>
            <a:ext cx="60350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signals that support embedding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517136" y="4325112"/>
            <a:ext cx="1618488" cy="1572768"/>
          </a:xfrm>
          <a:prstGeom prst="roundRect">
            <a:avLst>
              <a:gd name="adj" fmla="val 5814"/>
            </a:avLst>
          </a:prstGeom>
          <a:solidFill>
            <a:srgbClr val="111827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08576" y="4489704"/>
            <a:ext cx="14356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26864" y="4855464"/>
            <a:ext cx="1399032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address belongs to the order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36792" y="4325112"/>
            <a:ext cx="1618488" cy="1572768"/>
          </a:xfrm>
          <a:prstGeom prst="roundRect">
            <a:avLst>
              <a:gd name="adj" fmla="val 5814"/>
            </a:avLst>
          </a:prstGeom>
          <a:solidFill>
            <a:srgbClr val="111827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4489704"/>
            <a:ext cx="14356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4855464"/>
            <a:ext cx="1399032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application usually reads both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56448" y="4325112"/>
            <a:ext cx="1618488" cy="1572768"/>
          </a:xfrm>
          <a:prstGeom prst="roundRect">
            <a:avLst>
              <a:gd name="adj" fmla="val 5814"/>
            </a:avLst>
          </a:prstGeom>
          <a:solidFill>
            <a:srgbClr val="111827"/>
          </a:solidFill>
          <a:ln w="1397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47888" y="4489704"/>
            <a:ext cx="14356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66176" y="4855464"/>
            <a:ext cx="1399032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child stays small and bounded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976104" y="4325112"/>
            <a:ext cx="1618488" cy="1572768"/>
          </a:xfrm>
          <a:prstGeom prst="roundRect">
            <a:avLst>
              <a:gd name="adj" fmla="val 5814"/>
            </a:avLst>
          </a:prstGeom>
          <a:solidFill>
            <a:srgbClr val="111827"/>
          </a:solidFill>
          <a:ln w="1397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67544" y="4489704"/>
            <a:ext cx="14356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85832" y="4855464"/>
            <a:ext cx="1399032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changes with the parent order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046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Embedding Fits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29184" y="694944"/>
            <a:ext cx="9144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relationship characteristics to justify the document shape.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" y="1325880"/>
            <a:ext cx="11384280" cy="987552"/>
          </a:xfrm>
          <a:prstGeom prst="roundRect">
            <a:avLst>
              <a:gd name="adj" fmla="val 11111"/>
            </a:avLst>
          </a:prstGeom>
          <a:solidFill>
            <a:srgbClr val="0B11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99616"/>
            <a:ext cx="566928" cy="566928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99616"/>
            <a:ext cx="56692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8448" y="1472184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08960" y="1463040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related object clearly belongs to the parent.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" y="2496312"/>
            <a:ext cx="11384280" cy="987552"/>
          </a:xfrm>
          <a:prstGeom prst="roundRect">
            <a:avLst>
              <a:gd name="adj" fmla="val 11111"/>
            </a:avLst>
          </a:prstGeom>
          <a:solidFill>
            <a:srgbClr val="0B111A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670048"/>
            <a:ext cx="566928" cy="566928"/>
          </a:xfrm>
          <a:prstGeom prst="ellipse">
            <a:avLst/>
          </a:prstGeom>
          <a:solidFill>
            <a:srgbClr val="38BDF8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670048"/>
            <a:ext cx="56692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8448" y="2642616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08960" y="2633472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 and child are commonly returned together.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4048" y="3666744"/>
            <a:ext cx="11384280" cy="987552"/>
          </a:xfrm>
          <a:prstGeom prst="roundRect">
            <a:avLst>
              <a:gd name="adj" fmla="val 11111"/>
            </a:avLst>
          </a:prstGeom>
          <a:solidFill>
            <a:srgbClr val="0B111A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840480"/>
            <a:ext cx="566928" cy="566928"/>
          </a:xfrm>
          <a:prstGeom prst="ellipse">
            <a:avLst/>
          </a:prstGeom>
          <a:solidFill>
            <a:srgbClr val="22D3EE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98448" y="3813048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108960" y="3803904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child is small, bounded and predictable.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84048" y="4837176"/>
            <a:ext cx="11384280" cy="987552"/>
          </a:xfrm>
          <a:prstGeom prst="roundRect">
            <a:avLst>
              <a:gd name="adj" fmla="val 11111"/>
            </a:avLst>
          </a:prstGeom>
          <a:solidFill>
            <a:srgbClr val="0B111A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5010912"/>
            <a:ext cx="566928" cy="566928"/>
          </a:xfrm>
          <a:prstGeom prst="ellipse">
            <a:avLst/>
          </a:prstGeom>
          <a:solidFill>
            <a:srgbClr val="A78BFA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5010912"/>
            <a:ext cx="56692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98448" y="4983480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108960" y="4974336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child is maintained with the parent.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4048" y="5971032"/>
            <a:ext cx="11384280" cy="521208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089904"/>
            <a:ext cx="1101852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is a design decision — not a syntax shortcut.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046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One-to-One Embedded Document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29184" y="694944"/>
            <a:ext cx="9144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child object lives directly inside the parent document.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7132320" cy="5029200"/>
          </a:xfrm>
          <a:prstGeom prst="roundRect">
            <a:avLst>
              <a:gd name="adj" fmla="val 2182"/>
            </a:avLst>
          </a:prstGeom>
          <a:solidFill>
            <a:srgbClr val="0B11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499616"/>
            <a:ext cx="6217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document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3504" y="1874520"/>
            <a:ext cx="6620256" cy="3986784"/>
          </a:xfrm>
          <a:prstGeom prst="roundRect">
            <a:avLst>
              <a:gd name="adj" fmla="val 1835"/>
            </a:avLst>
          </a:prstGeom>
          <a:solidFill>
            <a:srgbClr val="08111C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965960"/>
            <a:ext cx="6437376" cy="3803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_id: ObjectId("..."),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orderId: "ORD-1001",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orderDate: ISODate("2026-09-15"),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"CONFIRMED",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shippingAddress: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street: "12 MG Road",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city: "Chennai",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state: "Tamil Nadu",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country: "India",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pinCode: "600001"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90688" y="1316736"/>
            <a:ext cx="3977640" cy="1234440"/>
          </a:xfrm>
          <a:prstGeom prst="roundRect">
            <a:avLst>
              <a:gd name="adj" fmla="val 8889"/>
            </a:avLst>
          </a:prstGeom>
          <a:solidFill>
            <a:srgbClr val="0B111A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28432" y="1536192"/>
            <a:ext cx="1508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 FIELD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28432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shippingAddress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61320" y="1874520"/>
            <a:ext cx="960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value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90688" y="2743200"/>
            <a:ext cx="3977640" cy="1234440"/>
          </a:xfrm>
          <a:prstGeom prst="roundRect">
            <a:avLst>
              <a:gd name="adj" fmla="val 8889"/>
            </a:avLst>
          </a:prstGeom>
          <a:solidFill>
            <a:srgbClr val="0B111A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8432" y="2962656"/>
            <a:ext cx="1508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PATH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28432" y="3300984"/>
            <a:ext cx="32461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→ shippingAddress → city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90688" y="4169664"/>
            <a:ext cx="3977640" cy="1234440"/>
          </a:xfrm>
          <a:prstGeom prst="roundRect">
            <a:avLst>
              <a:gd name="adj" fmla="val 8889"/>
            </a:avLst>
          </a:prstGeom>
          <a:solidFill>
            <a:srgbClr val="0B111A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28432" y="4389120"/>
            <a:ext cx="1508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28432" y="4718304"/>
            <a:ext cx="2514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document read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28432" y="5074920"/>
            <a:ext cx="3108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parent + child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046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Parent and Embedded Data Together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29184" y="694944"/>
            <a:ext cx="9144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application can retrieve the order and its one-to-one child in one document read.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" y="1298448"/>
            <a:ext cx="3749040" cy="4974336"/>
          </a:xfrm>
          <a:prstGeom prst="roundRect">
            <a:avLst>
              <a:gd name="adj" fmla="val 2927"/>
            </a:avLst>
          </a:prstGeom>
          <a:solidFill>
            <a:srgbClr val="0B111A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17904"/>
            <a:ext cx="3108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mongosh query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" y="1956816"/>
            <a:ext cx="3291840" cy="1225296"/>
          </a:xfrm>
          <a:prstGeom prst="roundRect">
            <a:avLst>
              <a:gd name="adj" fmla="val 5970"/>
            </a:avLst>
          </a:prstGeom>
          <a:solidFill>
            <a:srgbClr val="08111C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48256"/>
            <a:ext cx="310896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db.orders.findOne({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orderId: "ORD-1001"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3419856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Returned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" y="3749040"/>
            <a:ext cx="3291840" cy="2029968"/>
          </a:xfrm>
          <a:prstGeom prst="roundRect">
            <a:avLst>
              <a:gd name="adj" fmla="val 3604"/>
            </a:avLst>
          </a:prstGeom>
          <a:solidFill>
            <a:srgbClr val="08111C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840480"/>
            <a:ext cx="3108960" cy="1847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orderId: "ORD-1001",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"CONFIRMED",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shippingAddress: {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city: "Chennai",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country: "India"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425696" y="1298448"/>
            <a:ext cx="7333488" cy="4974336"/>
          </a:xfrm>
          <a:prstGeom prst="roundRect">
            <a:avLst>
              <a:gd name="adj" fmla="val 2206"/>
            </a:avLst>
          </a:prstGeom>
          <a:solidFill>
            <a:srgbClr val="0B11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517904"/>
            <a:ext cx="3291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view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773168" y="2139696"/>
            <a:ext cx="1481328" cy="932688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2313432"/>
            <a:ext cx="148132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54496" y="2606040"/>
            <a:ext cx="859536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114032" y="2139696"/>
            <a:ext cx="1965960" cy="932688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2313432"/>
            <a:ext cx="1965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079992" y="2606040"/>
            <a:ext cx="850392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930384" y="2139696"/>
            <a:ext cx="1325880" cy="932688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30384" y="2313432"/>
            <a:ext cx="13258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91456" y="3529584"/>
            <a:ext cx="64465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separate address lookup is required for this embedded shape.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4160520"/>
            <a:ext cx="6675120" cy="530352"/>
          </a:xfrm>
          <a:prstGeom prst="roundRect">
            <a:avLst>
              <a:gd name="adj" fmla="val 20690"/>
            </a:avLst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4270248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read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4270248"/>
            <a:ext cx="4892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 and child arrive together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54880" y="4828032"/>
            <a:ext cx="6675120" cy="530352"/>
          </a:xfrm>
          <a:prstGeom prst="roundRect">
            <a:avLst>
              <a:gd name="adj" fmla="val 20690"/>
            </a:avLst>
          </a:prstGeom>
          <a:solidFill>
            <a:srgbClr val="111827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4937760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path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4937760"/>
            <a:ext cx="4892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→ shippingAddress.city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754880" y="5495544"/>
            <a:ext cx="6675120" cy="530352"/>
          </a:xfrm>
          <a:prstGeom prst="roundRect">
            <a:avLst>
              <a:gd name="adj" fmla="val 20690"/>
            </a:avLst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5605272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context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3640" y="5605272"/>
            <a:ext cx="4892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address remains part of the order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046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Not Split It Into Two Documents?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29184" y="694944"/>
            <a:ext cx="9144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access paths, while keeping the modeling decision tied to the use case.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" y="1298448"/>
            <a:ext cx="5413248" cy="4974336"/>
          </a:xfrm>
          <a:prstGeom prst="roundRect">
            <a:avLst>
              <a:gd name="adj" fmla="val 2206"/>
            </a:avLst>
          </a:prstGeom>
          <a:solidFill>
            <a:srgbClr val="0B111A"/>
          </a:solidFill>
          <a:ln w="15240">
            <a:solidFill>
              <a:srgbClr val="FB71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36192"/>
            <a:ext cx="1828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B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model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" y="1993392"/>
            <a:ext cx="1353312" cy="804672"/>
          </a:xfrm>
          <a:prstGeom prst="roundRect">
            <a:avLst>
              <a:gd name="adj" fmla="val 13636"/>
            </a:avLst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212848"/>
            <a:ext cx="13533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03120" y="2395728"/>
            <a:ext cx="566928" cy="0"/>
          </a:xfrm>
          <a:prstGeom prst="line">
            <a:avLst/>
          </a:prstGeom>
          <a:noFill/>
          <a:ln w="3175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70048" y="1993392"/>
            <a:ext cx="1554480" cy="804672"/>
          </a:xfrm>
          <a:prstGeom prst="roundRect">
            <a:avLst>
              <a:gd name="adj" fmla="val 13636"/>
            </a:avLst>
          </a:prstGeom>
          <a:solidFill>
            <a:srgbClr val="111827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0048" y="2212848"/>
            <a:ext cx="1554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50392" y="318211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182112"/>
            <a:ext cx="914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#1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24912" y="3182112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397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3182112"/>
            <a:ext cx="932688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#2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703320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3703320"/>
            <a:ext cx="44165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extra read path may be needed.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" y="4178808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0976" y="4178808"/>
            <a:ext cx="44165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small, tightly coupled object gains a separate lifecycle.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4654296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0976" y="4654296"/>
            <a:ext cx="44165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application must join the information conceptually.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89904" y="1298448"/>
            <a:ext cx="5669280" cy="4974336"/>
          </a:xfrm>
          <a:prstGeom prst="roundRect">
            <a:avLst>
              <a:gd name="adj" fmla="val 2206"/>
            </a:avLst>
          </a:prstGeom>
          <a:solidFill>
            <a:srgbClr val="0B11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1536192"/>
            <a:ext cx="21945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model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73952" y="1993392"/>
            <a:ext cx="1828800" cy="804672"/>
          </a:xfrm>
          <a:prstGeom prst="roundRect">
            <a:avLst>
              <a:gd name="adj" fmla="val 13636"/>
            </a:avLst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302752" y="2395728"/>
            <a:ext cx="521208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23960" y="1993392"/>
            <a:ext cx="1920240" cy="804672"/>
          </a:xfrm>
          <a:prstGeom prst="roundRect">
            <a:avLst>
              <a:gd name="adj" fmla="val 13636"/>
            </a:avLst>
          </a:prstGeom>
          <a:solidFill>
            <a:srgbClr val="111827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23960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479792" y="318211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79792" y="3182112"/>
            <a:ext cx="10515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read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73952" y="3703320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75120" y="3703320"/>
            <a:ext cx="44165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 and child stay together.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73952" y="4178808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75120" y="4178808"/>
            <a:ext cx="44165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access path is simple for common reads.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73952" y="4654296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75120" y="4654296"/>
            <a:ext cx="44165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shape is a good fit when the child is small and bounded.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046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Design Checks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29184" y="694944"/>
            <a:ext cx="9144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these questions before choosing one-to-one embedding.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02336" y="1316736"/>
            <a:ext cx="11384280" cy="950976"/>
          </a:xfrm>
          <a:prstGeom prst="roundRect">
            <a:avLst>
              <a:gd name="adj" fmla="val 11538"/>
            </a:avLst>
          </a:prstGeom>
          <a:solidFill>
            <a:srgbClr val="0B111A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81328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together?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852928" y="1481328"/>
            <a:ext cx="81381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the parent and child usually returned together?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2336" y="2459736"/>
            <a:ext cx="11384280" cy="950976"/>
          </a:xfrm>
          <a:prstGeom prst="roundRect">
            <a:avLst>
              <a:gd name="adj" fmla="val 11538"/>
            </a:avLst>
          </a:prstGeom>
          <a:solidFill>
            <a:srgbClr val="0B11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624328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enough?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852928" y="2624328"/>
            <a:ext cx="81381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 the embedded object remain bounded and predictable?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2336" y="3602736"/>
            <a:ext cx="11384280" cy="950976"/>
          </a:xfrm>
          <a:prstGeom prst="roundRect">
            <a:avLst>
              <a:gd name="adj" fmla="val 11538"/>
            </a:avLst>
          </a:prstGeom>
          <a:solidFill>
            <a:srgbClr val="0B111A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767328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lifecycle?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52928" y="3767328"/>
            <a:ext cx="81381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child naturally change with the parent?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2336" y="4745736"/>
            <a:ext cx="11384280" cy="950976"/>
          </a:xfrm>
          <a:prstGeom prst="roundRect">
            <a:avLst>
              <a:gd name="adj" fmla="val 11538"/>
            </a:avLst>
          </a:prstGeom>
          <a:solidFill>
            <a:srgbClr val="0B111A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4910328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Clearly owned?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852928" y="4910328"/>
            <a:ext cx="81381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one parent clearly own the object?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2336" y="5934456"/>
            <a:ext cx="11384280" cy="512064"/>
          </a:xfrm>
          <a:prstGeom prst="roundRect">
            <a:avLst>
              <a:gd name="adj" fmla="val 21429"/>
            </a:avLst>
          </a:prstGeom>
          <a:solidFill>
            <a:srgbClr val="111827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6053328"/>
            <a:ext cx="11018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“yes” answers strongly support a compact embedded child object.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046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It in mongosh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29184" y="694944"/>
            <a:ext cx="9144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demo: create the order with its embedded one-to-one address, then inspect the nested field.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7114032" cy="4983480"/>
          </a:xfrm>
          <a:prstGeom prst="roundRect">
            <a:avLst>
              <a:gd name="adj" fmla="val 2202"/>
            </a:avLst>
          </a:prstGeom>
          <a:solidFill>
            <a:srgbClr val="0B11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99616"/>
            <a:ext cx="2103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flow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438912" cy="438912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0195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947672"/>
            <a:ext cx="3977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demo database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615184"/>
            <a:ext cx="438912" cy="438912"/>
          </a:xfrm>
          <a:prstGeom prst="ellipse">
            <a:avLst/>
          </a:prstGeom>
          <a:solidFill>
            <a:srgbClr val="38BDF8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660904"/>
            <a:ext cx="3977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one order with shippingAddress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solidFill>
            <a:srgbClr val="22D3EE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374136"/>
            <a:ext cx="3977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parent document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041648"/>
            <a:ext cx="438912" cy="438912"/>
          </a:xfrm>
          <a:prstGeom prst="ellipse">
            <a:avLst/>
          </a:prstGeom>
          <a:solidFill>
            <a:srgbClr val="A78BFA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041648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87368"/>
            <a:ext cx="3977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only shippingAddress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" y="3968496"/>
            <a:ext cx="6455664" cy="1920240"/>
          </a:xfrm>
          <a:prstGeom prst="roundRect">
            <a:avLst>
              <a:gd name="adj" fmla="val 3810"/>
            </a:avLst>
          </a:prstGeom>
          <a:solidFill>
            <a:srgbClr val="08111C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059936"/>
            <a:ext cx="6272784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orderdb_one_to_one</a:t>
            </a:r>
            <a:endParaRPr lang="en-US" sz="1040" dirty="0"/>
          </a:p>
          <a:p>
            <a:pPr algn="l" indent="0" marL="0">
              <a:buNone/>
            </a:pP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db.orders.insertOne({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orderId: "ORD-1001",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"CONFIRMED",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shippingAddress: {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city: "Chennai",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country: "India"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40" dirty="0"/>
          </a:p>
          <a:p>
            <a:pPr algn="l" indent="0" marL="0">
              <a:buNone/>
            </a:pP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db.orders.findOne({ orderId: "ORD-1001" })</a:t>
            </a:r>
            <a:endParaRPr lang="en-US" sz="1040" dirty="0"/>
          </a:p>
          <a:p>
            <a:pPr algn="l" indent="0" marL="0">
              <a:buNone/>
            </a:pP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db.orders.findOne(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orderId: "ORD-1001" },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_id: 0, orderId: 1, shippingAddress: 1 }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7772400" y="1280160"/>
            <a:ext cx="3995928" cy="2011680"/>
          </a:xfrm>
          <a:prstGeom prst="roundRect">
            <a:avLst>
              <a:gd name="adj" fmla="val 5455"/>
            </a:avLst>
          </a:prstGeom>
          <a:solidFill>
            <a:srgbClr val="0B111A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28432" y="1499616"/>
            <a:ext cx="24688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observe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028432" y="1892808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0" y="1892808"/>
            <a:ext cx="30449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parent document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28432" y="2368296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0" y="2368296"/>
            <a:ext cx="30449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embedded object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028432" y="2843784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0" y="2843784"/>
            <a:ext cx="30449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read path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28432" y="3319272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0" y="3319272"/>
            <a:ext cx="30449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second collection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772400" y="3529584"/>
            <a:ext cx="3995928" cy="2734056"/>
          </a:xfrm>
          <a:prstGeom prst="roundRect">
            <a:avLst>
              <a:gd name="adj" fmla="val 4013"/>
            </a:avLst>
          </a:prstGeom>
          <a:solidFill>
            <a:srgbClr val="0B111A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28432" y="3749040"/>
            <a:ext cx="24688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takeaway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028432" y="4224528"/>
            <a:ext cx="32461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command is simple because the model is simple.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28432" y="4992624"/>
            <a:ext cx="3246120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shape follows the relationship and access pattern.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046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vs a Reference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29184" y="694944"/>
            <a:ext cx="9144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are valid modeling tools; choose based on the relationship and application behavior.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02336" y="1316736"/>
            <a:ext cx="5504688" cy="4901184"/>
          </a:xfrm>
          <a:prstGeom prst="roundRect">
            <a:avLst>
              <a:gd name="adj" fmla="val 2239"/>
            </a:avLst>
          </a:prstGeom>
          <a:solidFill>
            <a:srgbClr val="0B11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1280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13232" y="2029968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29968"/>
            <a:ext cx="435254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and bounded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505456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505456"/>
            <a:ext cx="435254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by the parent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980944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980944"/>
            <a:ext cx="435254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read together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3456432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456432"/>
            <a:ext cx="435254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or tightly coupled lifecycle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3232" y="4133088"/>
            <a:ext cx="4882896" cy="1389888"/>
          </a:xfrm>
          <a:prstGeom prst="roundRect">
            <a:avLst>
              <a:gd name="adj" fmla="val 7895"/>
            </a:avLst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370832"/>
            <a:ext cx="1143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993392" y="4507992"/>
            <a:ext cx="493776" cy="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578608" y="4370832"/>
            <a:ext cx="2377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shippingAddress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578608" y="4745736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document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2784" y="1316736"/>
            <a:ext cx="5504688" cy="4901184"/>
          </a:xfrm>
          <a:prstGeom prst="roundRect">
            <a:avLst>
              <a:gd name="adj" fmla="val 2239"/>
            </a:avLst>
          </a:prstGeom>
          <a:solidFill>
            <a:srgbClr val="0B111A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572768"/>
            <a:ext cx="1828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83680" y="2029968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84848" y="2029968"/>
            <a:ext cx="435254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grow independently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2505456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84848" y="2505456"/>
            <a:ext cx="435254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by multiple parents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2980944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84848" y="2980944"/>
            <a:ext cx="435254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Queried or updated separately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3456432"/>
            <a:ext cx="16459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84848" y="3456432"/>
            <a:ext cx="435254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lifecycle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83680" y="4133088"/>
            <a:ext cx="4882896" cy="1389888"/>
          </a:xfrm>
          <a:prstGeom prst="roundRect">
            <a:avLst>
              <a:gd name="adj" fmla="val 7895"/>
            </a:avLst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4370832"/>
            <a:ext cx="1143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863840" y="4507992"/>
            <a:ext cx="475488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430768" y="4370832"/>
            <a:ext cx="2057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addressId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430768" y="4745736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collection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02336" y="6309360"/>
            <a:ext cx="11375136" cy="329184"/>
          </a:xfrm>
          <a:prstGeom prst="roundRect">
            <a:avLst>
              <a:gd name="adj" fmla="val 33333"/>
            </a:avLst>
          </a:prstGeom>
          <a:solidFill>
            <a:srgbClr val="111827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64224"/>
            <a:ext cx="1102766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small order shipping address, embedding keeps the business object compact and easy to read.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046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29184" y="694944"/>
            <a:ext cx="9144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parent + one bounded child can become one document and one simple access path.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" y="1298448"/>
            <a:ext cx="11393424" cy="941832"/>
          </a:xfrm>
          <a:prstGeom prst="roundRect">
            <a:avLst>
              <a:gd name="adj" fmla="val 11650"/>
            </a:avLst>
          </a:prstGeom>
          <a:solidFill>
            <a:srgbClr val="0B111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554480"/>
            <a:ext cx="402336" cy="402336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33856" y="1463040"/>
            <a:ext cx="15727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" y="1719072"/>
            <a:ext cx="2011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One-to-one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26664" y="1755648"/>
            <a:ext cx="274320" cy="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1554480"/>
            <a:ext cx="402336" cy="402336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31920" y="1463040"/>
            <a:ext cx="15727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1719072"/>
            <a:ext cx="2011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• together • bounded • aligned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24728" y="1755648"/>
            <a:ext cx="274320" cy="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554480"/>
            <a:ext cx="402336" cy="402336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29984" y="1463040"/>
            <a:ext cx="15727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9984" y="1719072"/>
            <a:ext cx="2011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 child object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22792" y="1755648"/>
            <a:ext cx="274320" cy="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97696" y="1554480"/>
            <a:ext cx="402336" cy="402336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97696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28048" y="1463040"/>
            <a:ext cx="15727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528048" y="1719072"/>
            <a:ext cx="2011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document • one read path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4048" y="2523744"/>
            <a:ext cx="11393424" cy="2944368"/>
          </a:xfrm>
          <a:prstGeom prst="roundRect">
            <a:avLst>
              <a:gd name="adj" fmla="val 3727"/>
            </a:avLst>
          </a:prstGeom>
          <a:solidFill>
            <a:srgbClr val="0B111A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2761488"/>
            <a:ext cx="29260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Management model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94944" y="3291840"/>
            <a:ext cx="2761488" cy="1152144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3493008"/>
            <a:ext cx="276148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694944" y="3895344"/>
            <a:ext cx="2761488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ORD-1001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56432" y="3867912"/>
            <a:ext cx="74980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187952" y="3017520"/>
            <a:ext cx="3145536" cy="1700784"/>
          </a:xfrm>
          <a:prstGeom prst="roundRect">
            <a:avLst>
              <a:gd name="adj" fmla="val 6452"/>
            </a:avLst>
          </a:prstGeom>
          <a:solidFill>
            <a:srgbClr val="111827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87952" y="3328416"/>
            <a:ext cx="314553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shippingAddress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443984" y="3840480"/>
            <a:ext cx="2633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city: Chennai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43984" y="4169664"/>
            <a:ext cx="2633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country: India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955280" y="3072384"/>
            <a:ext cx="3273552" cy="1572768"/>
          </a:xfrm>
          <a:prstGeom prst="roundRect">
            <a:avLst>
              <a:gd name="adj" fmla="val 6977"/>
            </a:avLst>
          </a:prstGeom>
          <a:solidFill>
            <a:srgbClr val="111827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0" y="3337560"/>
            <a:ext cx="327355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DOCUMENT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101584" y="3858768"/>
            <a:ext cx="2980944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 + child returned together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20624" y="5669280"/>
            <a:ext cx="3675888" cy="676656"/>
          </a:xfrm>
          <a:prstGeom prst="roundRect">
            <a:avLst>
              <a:gd name="adj" fmla="val 16216"/>
            </a:avLst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779008"/>
            <a:ext cx="3419856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around behavior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6016752"/>
            <a:ext cx="341985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patterns matter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61104" y="5669280"/>
            <a:ext cx="3675888" cy="676656"/>
          </a:xfrm>
          <a:prstGeom prst="roundRect">
            <a:avLst>
              <a:gd name="adj" fmla="val 16216"/>
            </a:avLst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0" y="5779008"/>
            <a:ext cx="3419856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child bounded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389120" y="6016752"/>
            <a:ext cx="341985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unbounded growth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101584" y="5669280"/>
            <a:ext cx="3675888" cy="676656"/>
          </a:xfrm>
          <a:prstGeom prst="roundRect">
            <a:avLst>
              <a:gd name="adj" fmla="val 16216"/>
            </a:avLst>
          </a:prstGeom>
          <a:solidFill>
            <a:srgbClr val="111827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0" y="5779008"/>
            <a:ext cx="3419856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clear ownership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229600" y="6016752"/>
            <a:ext cx="341985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 when it belongs together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detailed_infographic_poster_with_a_dark_black_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MongoDB Developer Learning Path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One-to-One — Embedded</dc:title>
  <dc:subject>One-to-One Embedded</dc:subject>
  <dc:creator>MongoDB Developer Learning Path</dc:creator>
  <cp:lastModifiedBy>MongoDB Developer Learning Path</cp:lastModifiedBy>
  <cp:revision>1</cp:revision>
  <dcterms:created xsi:type="dcterms:W3CDTF">2026-10-01T11:57:46Z</dcterms:created>
  <dcterms:modified xsi:type="dcterms:W3CDTF">2026-10-01T11:57:46Z</dcterms:modified>
</cp:coreProperties>
</file>