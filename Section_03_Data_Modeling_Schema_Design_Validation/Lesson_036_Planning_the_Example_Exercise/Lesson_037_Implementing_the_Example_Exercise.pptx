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037 — Implementing the Example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8813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Turn the reviewed planning model into working MongoDB documents and executable access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578608" cy="214884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3552"/>
            <a:ext cx="221284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Avi requirements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55263" y="3127248"/>
            <a:ext cx="411480" cy="41148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2331720"/>
            <a:ext cx="2578608" cy="214884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2464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73552"/>
            <a:ext cx="221284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Create documents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71616" y="3127248"/>
            <a:ext cx="411480" cy="41148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2331720"/>
            <a:ext cx="2578608" cy="214884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28816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273552"/>
            <a:ext cx="221284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Store relationships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87968" y="3127248"/>
            <a:ext cx="411480" cy="41148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2331720"/>
            <a:ext cx="2578608" cy="214884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45167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3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3273552"/>
            <a:ext cx="221284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Run access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Example throughout: Avi • Bangalore, RR 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Move from Plan to Working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25780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01952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3852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PLANNED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4434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Profile is embedded with Avi.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Phone list is embedded and bounded.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Projects are separate documents.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Technologies are reusable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00200"/>
            <a:ext cx="537667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901952"/>
            <a:ext cx="18288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938528"/>
            <a:ext cx="17556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IMPLEMENTED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Create the parent document.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Create the embedded fields.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Capture identifiers.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Create referenced documents.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Exercise the planned 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 Avi's Parent 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44652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11733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profile: 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email: "avi@example.com"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phones: [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"9876543210",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"9123456780"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1600200"/>
            <a:ext cx="418795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6096" y="1901952"/>
            <a:ext cx="23317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1938528"/>
            <a:ext cx="22585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IMPLEMENTED IN ONE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6096" y="2578608"/>
            <a:ext cx="3310128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Avi is the parent entity.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Profile is embedded.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Phones are embedded.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Location is explicit.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planned shape is now real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5285232"/>
            <a:ext cx="318211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Implementation mirrors the approved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 Reusable Technology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64208"/>
            <a:ext cx="6217920" cy="30632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801368"/>
            <a:ext cx="5888736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const mongoId = db.technologies.insertOne({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name: "MongoDB"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const javaId = db.technologies.insertOne({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name: "Java"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0608" y="1664208"/>
            <a:ext cx="437083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965960"/>
            <a:ext cx="17830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88936" y="2002536"/>
            <a:ext cx="17099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WHY SEPARATE THEM?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633472"/>
            <a:ext cx="3401568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Technologies can be reused.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Each has its own identifier.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 canonical value can be maintained once.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Projects can reference the identifiers.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919472"/>
            <a:ext cx="1554480" cy="62179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102352"/>
            <a:ext cx="15544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 = T1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4919472"/>
            <a:ext cx="1554480" cy="62179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5102352"/>
            <a:ext cx="15544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Java = T2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 the Project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64208"/>
            <a:ext cx="6172200" cy="3246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801368"/>
            <a:ext cx="5843016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db.projects.insertOne({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ownerId: aviId,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technologyIds: [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mongoId,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javaId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59168" y="1664208"/>
            <a:ext cx="446227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70064" y="1965960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02536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REFERENCE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0064" y="2788920"/>
            <a:ext cx="1097280" cy="102412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2999232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0064" y="3383280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80" b="0">
                <a:solidFill>
                  <a:srgbClr val="AFBAB5"/>
                </a:solidFill>
                <a:latin typeface="Aptos"/>
              </a:rPr>
              <a:t>ownerId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40496" y="3063240"/>
            <a:ext cx="292608" cy="32004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0224" y="2788920"/>
            <a:ext cx="1097280" cy="102412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999232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3383280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80" b="0">
                <a:solidFill>
                  <a:srgbClr val="AFBAB5"/>
                </a:solidFill>
                <a:latin typeface="Aptos"/>
              </a:rPr>
              <a:t>technologyIds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20656" y="3063240"/>
            <a:ext cx="292608" cy="32004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30384" y="2788920"/>
            <a:ext cx="1554480" cy="102412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2999232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 / 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0384" y="3383280"/>
            <a:ext cx="1554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80" b="0">
                <a:solidFill>
                  <a:srgbClr val="AFBAB5"/>
                </a:solidFill>
                <a:latin typeface="Aptos"/>
              </a:rPr>
              <a:t>shared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187952"/>
            <a:ext cx="35204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F5F8F6"/>
                </a:solidFill>
                <a:latin typeface="Aptos"/>
              </a:defRPr>
            </a:pPr>
            <a:r>
              <a:t>• ownerId connects the project to Avi.</a:t>
            </a:r>
          </a:p>
          <a:p>
            <a:pPr>
              <a:spcAft>
                <a:spcPts val="500"/>
              </a:spcAft>
              <a:defRPr sz="1650">
                <a:solidFill>
                  <a:srgbClr val="F5F8F6"/>
                </a:solidFill>
                <a:latin typeface="Aptos"/>
              </a:defRPr>
            </a:pPr>
            <a:r>
              <a:t>• technologyIds connect the project to reusable entities.</a:t>
            </a:r>
          </a:p>
          <a:p>
            <a:pPr>
              <a:spcAft>
                <a:spcPts val="500"/>
              </a:spcAft>
              <a:defRPr sz="1650">
                <a:solidFill>
                  <a:srgbClr val="F5F8F6"/>
                </a:solidFill>
                <a:latin typeface="Aptos"/>
              </a:defRPr>
            </a:pPr>
            <a:r>
              <a:t>• The planned relationship is now executable.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 the Planned Access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26364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5934455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30">
                <a:solidFill>
                  <a:srgbClr val="3AEB5B"/>
                </a:solidFill>
                <a:latin typeface="Consolas"/>
              </a:defRPr>
            </a:pPr>
            <a:r>
              <a:t>// Read Avi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db.people.findOne({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  name: "Avi"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30">
                <a:solidFill>
                  <a:srgbClr val="3AEB5B"/>
                </a:solidFill>
                <a:latin typeface="Consolas"/>
              </a:defRPr>
            </a:pPr>
            <a:r>
              <a:t>// Read Avi's projects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db.projects.find({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  ownerId: aviId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30">
                <a:solidFill>
                  <a:srgbClr val="3AEB5B"/>
                </a:solidFill>
                <a:latin typeface="Consolas"/>
              </a:defRPr>
            </a:pPr>
            <a:r>
              <a:t>// Read reusable technologies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db.technologies.find({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  _id: { $in: [mongoId, javaId] }</a:t>
            </a:r>
          </a:p>
          <a:p>
            <a:pPr>
              <a:spcAft>
                <a:spcPts val="0"/>
              </a:spcAft>
              <a:defRPr sz="153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0608" y="1627632"/>
            <a:ext cx="437083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938528"/>
            <a:ext cx="16916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88936" y="1975104"/>
            <a:ext cx="16184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VERIFY THE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615184"/>
            <a:ext cx="3310128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Avi be found?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projects be found from Avi's id?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technology details be resolved?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Does each read match the 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1504" y="5230368"/>
            <a:ext cx="3310128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The access patterns become the acceptance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 a Real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64208"/>
            <a:ext cx="6172200" cy="44348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801368"/>
            <a:ext cx="5843016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db.projects.updateOne(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{ name: "MongoDB API" },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  $set: {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    status: "Active"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db.projects.findOne({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  name: "MongoDB API"</a:t>
            </a:r>
          </a:p>
          <a:p>
            <a:pPr>
              <a:spcAft>
                <a:spcPts val="0"/>
              </a:spcAft>
              <a:defRPr sz="157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664208"/>
            <a:ext cx="4434840" cy="44348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88352" y="1965960"/>
            <a:ext cx="1874519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2002536"/>
            <a:ext cx="180136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IMPLEMENTATION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2651760"/>
            <a:ext cx="3456432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document can be updated using its shape.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relationship fields remain intact.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exercise now has a real write path.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Verify the final stored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Compare Implementation with the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847088"/>
            <a:ext cx="15087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14356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883664"/>
            <a:ext cx="8138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Avi needs profile, phones, projects, technologies.</a:t>
            </a:r>
          </a:p>
        </p:txBody>
      </p:sp>
      <p:sp>
        <p:nvSpPr>
          <p:cNvPr id="8" name="Down Arrow 7"/>
          <p:cNvSpPr/>
          <p:nvPr/>
        </p:nvSpPr>
        <p:spPr>
          <a:xfrm>
            <a:off x="5596128" y="2761488"/>
            <a:ext cx="411480" cy="292608"/>
          </a:xfrm>
          <a:prstGeom prst="down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08152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3264408"/>
            <a:ext cx="15087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00984"/>
            <a:ext cx="14356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00984"/>
            <a:ext cx="8138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people + projects + technologies.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596128" y="4178808"/>
            <a:ext cx="411480" cy="292608"/>
          </a:xfrm>
          <a:prstGeom prst="down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449884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681728"/>
            <a:ext cx="15087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718304"/>
            <a:ext cx="14356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ACCESS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718304"/>
            <a:ext cx="8138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Find Avi, find projects, resolve technologies.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016752"/>
            <a:ext cx="104241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0">
                <a:solidFill>
                  <a:srgbClr val="AFBAB5"/>
                </a:solidFill>
                <a:latin typeface="Aptos"/>
              </a:rPr>
              <a:t>Implementation is complete when the stored shape satisfies the planned access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8229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Build the Exercise 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17904"/>
            <a:ext cx="6565392" cy="46634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55063"/>
            <a:ext cx="6236207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use lesson037_demo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const aviId = db.people.insertOne({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profile: { email: "avi@example.com" },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phones: ["9876543210", "9123456780"]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const mongoId = db.technologies.insertOne({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name: "MongoDB"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db.projects.insertOne({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ownerId: aviId,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technologyIds: [mongoId]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17904"/>
            <a:ext cx="4114800" cy="46634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9248" y="1828800"/>
            <a:ext cx="11887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3" y="1865376"/>
            <a:ext cx="11155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48716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459736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Create Avi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044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017520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Capture Avi's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02736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575304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Create reusable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160520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Create project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718304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690872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Run the planned 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27608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248655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5F8F6"/>
                </a:solidFill>
                <a:latin typeface="Aptos"/>
              </a:rPr>
              <a:t>Apply one update and verify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Implementing the Example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41732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8813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Plan becomes code when the stored documents satisfy the intended access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965960"/>
            <a:ext cx="2578608" cy="16916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221992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70048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Avi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72384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0">
                <a:solidFill>
                  <a:srgbClr val="AFBAB5"/>
                </a:solidFill>
                <a:latin typeface="Aptos"/>
              </a:rPr>
              <a:t>profile + phones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2968" y="2551176"/>
            <a:ext cx="438912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2424" y="1965960"/>
            <a:ext cx="2578608" cy="16916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221992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670048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Identifiers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072384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0">
                <a:solidFill>
                  <a:srgbClr val="AFBAB5"/>
                </a:solidFill>
                <a:latin typeface="Aptos"/>
              </a:rPr>
              <a:t>ownerId + technologyIds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551176"/>
            <a:ext cx="438912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78608" cy="16916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21992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670048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Access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072384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0">
                <a:solidFill>
                  <a:srgbClr val="AFBAB5"/>
                </a:solidFill>
                <a:latin typeface="Aptos"/>
              </a:rPr>
              <a:t>find + resolve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05672" y="2551176"/>
            <a:ext cx="438912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25128" y="1965960"/>
            <a:ext cx="2578608" cy="16916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221992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670048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Expected 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072384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0">
                <a:solidFill>
                  <a:srgbClr val="AFBAB5"/>
                </a:solidFill>
                <a:latin typeface="Aptos"/>
              </a:rPr>
              <a:t>plan = implementation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10652760" cy="146304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425696"/>
            <a:ext cx="1901952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Implement the planned shape.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4425696"/>
            <a:ext cx="1901952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Preserve the relationship identifiers.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425696"/>
            <a:ext cx="1901952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Exercise the planned reads.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4425696"/>
            <a:ext cx="1901952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Verify before calling the exercise complete.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Avi • Bangalore • RR Nagar  →  plan → implementation → access →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