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48640"/>
            <a:ext cx="91440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040 — Changing Validation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789920" cy="42062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Control what MongoDB does when an incoming order violates the collection validator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578608" cy="205740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Reject invalid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331720"/>
            <a:ext cx="2578608" cy="205740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12464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Allow invalid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331720"/>
            <a:ext cx="2578608" cy="205740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28816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COLL MOD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Change collection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2331720"/>
            <a:ext cx="2578608" cy="2057400"/>
          </a:xfrm>
          <a:prstGeom prst="roundRect">
            <a:avLst/>
          </a:prstGeom>
          <a:solidFill>
            <a:srgbClr val="081E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45167" y="2633472"/>
            <a:ext cx="20574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81743" y="2670048"/>
            <a:ext cx="19842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5" y="3273552"/>
            <a:ext cx="221284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50" b="1">
                <a:solidFill>
                  <a:srgbClr val="F5F8F6"/>
                </a:solidFill>
                <a:latin typeface="Aptos"/>
              </a:rPr>
              <a:t>Inspect the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10698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>
                <a:solidFill>
                  <a:srgbClr val="AFBAB5"/>
                </a:solidFill>
                <a:latin typeface="Aptos"/>
              </a:rPr>
              <a:t>Order Management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Validation Action: What Changes?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257800" cy="449884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920240"/>
            <a:ext cx="1874519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56816"/>
            <a:ext cx="180136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validationAction: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33472"/>
            <a:ext cx="4526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F5F8F6"/>
                </a:solidFill>
                <a:latin typeface="Aptos"/>
              </a:rPr>
              <a:t>INVALID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82112"/>
            <a:ext cx="4526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AFBAB5"/>
                </a:solidFill>
                <a:latin typeface="Aptos"/>
              </a:rPr>
              <a:t>Validator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94760"/>
            <a:ext cx="45262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3AEB5B"/>
                </a:solidFill>
                <a:latin typeface="Aptos"/>
              </a:rPr>
              <a:t>✕ WRITE 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645152"/>
            <a:ext cx="45262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Useful when invalid data must not enter the collection.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27632"/>
            <a:ext cx="5321808" cy="449884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92240" y="1920240"/>
            <a:ext cx="18288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1956816"/>
            <a:ext cx="17556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validationAction: warn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33472"/>
            <a:ext cx="4526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F5F8F6"/>
                </a:solidFill>
                <a:latin typeface="Aptos"/>
              </a:rPr>
              <a:t>INVALID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182112"/>
            <a:ext cx="4526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AFBAB5"/>
                </a:solidFill>
                <a:latin typeface="Aptos"/>
              </a:rPr>
              <a:t>Validator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94760"/>
            <a:ext cx="45262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3AEB5B"/>
                </a:solidFill>
                <a:latin typeface="Aptos"/>
              </a:rPr>
              <a:t>✓ WRITE ALLOWED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45152"/>
            <a:ext cx="45262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MongoDB emits a validation warning.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Order Validation Contract Stays the Same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600200"/>
            <a:ext cx="644652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737360"/>
            <a:ext cx="6117336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$jsonSchema: {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bsonType: "object",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required: [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"orderId",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"status",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"orderDate",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"items"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properties: {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orderId:   { bsonType: "string" },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status:    { bsonType: "string" },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orderDate: { bsonType: "date" },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  items:     { bsonType: "array" }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2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1600200"/>
            <a:ext cx="4187952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35240" y="2039112"/>
            <a:ext cx="2112264" cy="477054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71815" y="2039112"/>
            <a:ext cx="1691641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dirty="0">
                <a:solidFill>
                  <a:srgbClr val="F5F8F6"/>
                </a:solidFill>
                <a:latin typeface="Aptos"/>
              </a:rPr>
              <a:t>ONLY THE ACTION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596896"/>
            <a:ext cx="3246120" cy="50292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2697479"/>
            <a:ext cx="1234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Validator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2688336"/>
            <a:ext cx="1508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Same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255263"/>
            <a:ext cx="3246120" cy="50292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0688" y="3355847"/>
            <a:ext cx="1234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Invalid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3346703"/>
            <a:ext cx="1508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Same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913631"/>
            <a:ext cx="3246120" cy="50292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0688" y="4014215"/>
            <a:ext cx="1234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005071"/>
            <a:ext cx="1508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error or warn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572000"/>
            <a:ext cx="3246120" cy="502920"/>
          </a:xfrm>
          <a:prstGeom prst="roundRect">
            <a:avLst/>
          </a:prstGeom>
          <a:solidFill>
            <a:srgbClr val="0918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0688" y="4672584"/>
            <a:ext cx="1234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80" b="1">
                <a:solidFill>
                  <a:srgbClr val="3AEB5B"/>
                </a:solidFill>
                <a:latin typeface="Aptos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663440"/>
            <a:ext cx="15087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F5F8F6"/>
                </a:solidFill>
                <a:latin typeface="Aptos"/>
              </a:rPr>
              <a:t>reject or allow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5440680"/>
            <a:ext cx="32461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Change behavior without rewriting the schema.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Change Validation Action with collMod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5669280" cy="2103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534009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db.runCommand({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collMod: "orders",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validationAction: "warn"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096512"/>
            <a:ext cx="5669280" cy="2103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4233672"/>
            <a:ext cx="534009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db.runCommand({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collMod: "orders",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validationAction: "error"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91640"/>
            <a:ext cx="4892040" cy="450799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49440" y="1993392"/>
            <a:ext cx="11887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86016" y="2029968"/>
            <a:ext cx="11155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COLLMOD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97480"/>
            <a:ext cx="3886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Changes collection validation settings.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Does not replace the $jsonSchema definition.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 move from enforcement to warning.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Can restore strict rejection afterward.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Test the Error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572768"/>
            <a:ext cx="6537960" cy="459028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709928"/>
            <a:ext cx="6208776" cy="4315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db.runCommand({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collMod: "orders",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validationAction: "error"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try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db.orders.insertOne({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orderId: "ORD-2001",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status: 7,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orderDate: ISODate("2026-09-26"),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  items: []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})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} catch (e) {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print("Expected rejection:")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  print(e)</a:t>
            </a:r>
          </a:p>
          <a:p>
            <a:pPr>
              <a:spcAft>
                <a:spcPts val="0"/>
              </a:spcAft>
              <a:defRPr sz="135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51775" y="1572768"/>
            <a:ext cx="4169663" cy="45902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53527" y="1883664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0103" y="1920240"/>
            <a:ext cx="14813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EXPECTED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697480"/>
            <a:ext cx="3246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F5F8F6"/>
                </a:solidFill>
                <a:latin typeface="Aptos"/>
              </a:rPr>
              <a:t>INVALID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3218688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→ validator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3703320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→ action =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4224528"/>
            <a:ext cx="3246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3AEB5B"/>
                </a:solidFill>
                <a:latin typeface="Aptos"/>
              </a:rPr>
              <a:t>→ insert rejected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5084064"/>
            <a:ext cx="3310128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No invalid document is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Test the Warn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600200"/>
            <a:ext cx="6537960" cy="4407408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737360"/>
            <a:ext cx="6208776" cy="4133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db.runCommand({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  collMod: "orders",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  validationAction: "warn"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db.orders.insertOne({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  orderId: "ORD-2002",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  status: 7,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  orderDate: ISODate("2026-09-26"),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  items: []</a:t>
            </a:r>
          </a:p>
          <a:p>
            <a:pPr>
              <a:spcAft>
                <a:spcPts val="0"/>
              </a:spcAft>
              <a:defRPr sz="141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70064" y="1600200"/>
            <a:ext cx="4151376" cy="440740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62672" y="1901952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9248" y="1938528"/>
            <a:ext cx="148132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EXPECTED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651760"/>
            <a:ext cx="3246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F5F8F6"/>
                </a:solidFill>
                <a:latin typeface="Aptos"/>
              </a:rPr>
              <a:t>INVALID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3172968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→ validator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3657600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→ action = warn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4178808"/>
            <a:ext cx="3246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3AEB5B"/>
                </a:solidFill>
                <a:latin typeface="Aptos"/>
              </a:rPr>
              <a:t>→ insert allowed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5010912"/>
            <a:ext cx="3346704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0">
                <a:solidFill>
                  <a:srgbClr val="AFBAB5"/>
                </a:solidFill>
                <a:latin typeface="Aptos"/>
              </a:rPr>
              <a:t>The server emits a validation warning.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Choose the Action for the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1097280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" y="1865376"/>
            <a:ext cx="16916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01952"/>
            <a:ext cx="16184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56232"/>
            <a:ext cx="1143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warn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10512"/>
            <a:ext cx="66751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Observe schema drift without blocking exploratory writes.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81528"/>
            <a:ext cx="1097280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3282696"/>
            <a:ext cx="16916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319272"/>
            <a:ext cx="16184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CONTROLLED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73552"/>
            <a:ext cx="1143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27832"/>
            <a:ext cx="66751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Fail fast when the test expects a valid contract.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98848"/>
            <a:ext cx="10972800" cy="1078992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4700016"/>
            <a:ext cx="169164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736592"/>
            <a:ext cx="161848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STRICT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690872"/>
            <a:ext cx="1143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645152"/>
            <a:ext cx="66751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Prevent invalid orders from entering the collection.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16752"/>
            <a:ext cx="10561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0">
                <a:solidFill>
                  <a:srgbClr val="AFBAB5"/>
                </a:solidFill>
                <a:latin typeface="Aptos"/>
              </a:rPr>
              <a:t>The validator defines the contract; validationAction defines the response to a violation.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Inspect the Collection After the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5943600" cy="2103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801368"/>
            <a:ext cx="561441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db.runCommand({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listCollections: 1,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filter: { name: "orders" 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50791"/>
            <a:ext cx="5943600" cy="2103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4187952"/>
            <a:ext cx="561441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db.getCollectionInfos({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name: "orders"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664208"/>
            <a:ext cx="4617720" cy="4489704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23760" y="1965960"/>
            <a:ext cx="9601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0336" y="2002536"/>
            <a:ext cx="88696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33472"/>
            <a:ext cx="3749039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Confirm validationAction is the expected value.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Confirm the validator remains attached.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Inspect before and after changing the action.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Keep verification in the demo so behavior is observable.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064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One Order, Two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6400800" cy="4608576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673351"/>
            <a:ext cx="6071616" cy="4334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use lesson040_demo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validator already defined</a:t>
            </a:r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start with: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validationAction = "error"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invalid order</a:t>
            </a:r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→ rejected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change to: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validationAction = "warn"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same invalid order</a:t>
            </a:r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→ allowed + warning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restore: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validationAction = "error"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78624" y="1536192"/>
            <a:ext cx="4242816" cy="4608576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1143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6096" y="1865376"/>
            <a:ext cx="1069848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8664" y="245059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423160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Create validated orders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8664" y="3017520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990088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Confirm error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3584448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557016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Send invalid order →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4151376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4123944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Change action to warn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664" y="4718304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4690872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Send same invalid order →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8664" y="528523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5257800"/>
            <a:ext cx="294436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6"/>
                </a:solidFill>
                <a:latin typeface="Aptos"/>
              </a:rPr>
              <a:t>Restore error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Changing Validation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353312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7899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Same validator • different response to a validation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65960"/>
            <a:ext cx="5138928" cy="205740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7" y="2267712"/>
            <a:ext cx="10515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2304288"/>
            <a:ext cx="9784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852928"/>
            <a:ext cx="1600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3AEB5B"/>
                </a:solidFill>
                <a:latin typeface="Aptos"/>
              </a:rPr>
              <a:t>REJECT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743200"/>
            <a:ext cx="269748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Invalid order is not stored.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965960"/>
            <a:ext cx="5138928" cy="2057400"/>
          </a:xfrm>
          <a:prstGeom prst="roundRect">
            <a:avLst/>
          </a:prstGeom>
          <a:solidFill>
            <a:srgbClr val="0914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56248" y="2267712"/>
            <a:ext cx="10515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2304288"/>
            <a:ext cx="978407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WARN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852928"/>
            <a:ext cx="1600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3AEB5B"/>
                </a:solidFill>
                <a:latin typeface="Aptos"/>
              </a:rPr>
              <a:t>ALLOW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743200"/>
            <a:ext cx="269748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Invalid order is allowed with a warning.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370832"/>
            <a:ext cx="10442448" cy="123444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59028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Keep the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882896"/>
            <a:ext cx="1847088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Do not change the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59028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Change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882896"/>
            <a:ext cx="1847088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Use collMod on orders.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59028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Test the same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882896"/>
            <a:ext cx="1847088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Compare error vs warn.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3376" y="4590288"/>
            <a:ext cx="384048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Restore intentionally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4882896"/>
            <a:ext cx="1847088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AFBAB5"/>
                </a:solidFill>
                <a:latin typeface="Aptos"/>
              </a:rPr>
              <a:t>Finish in the required state.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071616"/>
            <a:ext cx="10241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Order Management → validator fails → validationAction decides REJECT vs ALLOW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717</Words>
  <Application>Microsoft Office PowerPoint</Application>
  <PresentationFormat>Widescreen</PresentationFormat>
  <Paragraphs>179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2026-09-26T17:25:36Z</dcterms:modified>
  <cp:category/>
</cp:coreProperties>
</file>