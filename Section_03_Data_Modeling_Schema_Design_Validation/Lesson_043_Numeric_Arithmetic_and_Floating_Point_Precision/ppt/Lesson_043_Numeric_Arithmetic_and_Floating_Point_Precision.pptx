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7D68D"/>
                </a:solidFill>
                <a:latin typeface="Aptos"/>
              </a:rPr>
              <a:t>Lesson 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8869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Aptos"/>
              </a:rPr>
              <a:t>Numeric Arithmetic and
Floating-Point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7860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4BCC3"/>
                </a:solidFill>
                <a:latin typeface="Aptos"/>
              </a:rPr>
              <a:t>Why 0.1 + 0.2 may not behave like the number you expect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29000"/>
            <a:ext cx="3017520" cy="1234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557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358444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0.1 + 0.2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4032504"/>
            <a:ext cx="21305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0.30000000000000004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429000"/>
            <a:ext cx="3017520" cy="1234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3557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358444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Order subtotal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4032504"/>
            <a:ext cx="21305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× unitPrice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29000"/>
            <a:ext cx="3017520" cy="1234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3557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3584448"/>
            <a:ext cx="21762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4032504"/>
            <a:ext cx="2130551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A representation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Order Management example throughout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Where Arithmetic Appears in an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Arithmetic is part of line totals, discounts, subtotals, tax, shipping, and payment amounts.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47472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57276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Line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020824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× unitPrice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7472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7" y="157276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7" y="2020824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line total − 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47472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1572768"/>
            <a:ext cx="2633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Subtotal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020824"/>
            <a:ext cx="2587751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sum of line totals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347472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557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58444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Tax / 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4032504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subtotal ×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29000"/>
            <a:ext cx="3474720" cy="141732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557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7" y="358444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Grand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7" y="4032504"/>
            <a:ext cx="25877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subtotal + tax + shipping − discounts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The business formula can be correct while the numeric representation still needs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Binary Floating-Point: The Core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Many decimal fractions cannot be represented exactly in a binary floating-point format.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06324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2219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Decimal expectation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20824"/>
            <a:ext cx="2176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0.1 + 0.2 = 0.3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377440"/>
            <a:ext cx="73152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417320"/>
            <a:ext cx="283464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18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157276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Binary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020824"/>
            <a:ext cx="19476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Values are approximated in a binary representation.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2377440"/>
            <a:ext cx="731521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417320"/>
            <a:ext cx="283464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738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1572768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Observed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020824"/>
            <a:ext cx="1947671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0.30000000000000004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690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The arithmetic operation is not “wrong”; the representation has finite precision.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74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BCC3"/>
                </a:solidFill>
                <a:latin typeface="Aptos"/>
              </a:rPr>
              <a:t>This matters whenever exact decimal semantics are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See the Behavior in mongosh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Use JavaScript arithmetic to make floating-point behavior visible before storing or aggregating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83480" cy="3520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4142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20824"/>
            <a:ext cx="409651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0.1 + 0.2
0.3 - 0.2
0.1 + 0.7
(75000 * 1.05)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5120640" cy="35204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706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572768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What to 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020824"/>
            <a:ext cx="423367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Some decimal calculations display a tiny representation artifact.
That artifact can affect equality checks and final displayed values.
The next lesson covers Decimal128 for decimal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623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4BCC3"/>
                </a:solidFill>
                <a:latin typeface="Aptos"/>
              </a:rPr>
              <a:t>Run the expressions live; ask learners to predict the output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Order Line Arithmetic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Use arithmetic expressions to calculate line totals without changing the data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2057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404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20824"/>
            <a:ext cx="23591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= 1
unitPrice = 75000
line = 1 × 75000 = 75000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2057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572768"/>
            <a:ext cx="2404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Item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020824"/>
            <a:ext cx="23591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= 2
unitPrice = 1500.5
line = 2 × 1500.5 = 3001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205740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572768"/>
            <a:ext cx="24048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Subtotal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020824"/>
            <a:ext cx="2359151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75000 + 3001 = 78001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2423160"/>
            <a:ext cx="411481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423160"/>
            <a:ext cx="411479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416052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Integer-like arithmetic can look straightforward; fractional values introduce precision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6636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4BCC3"/>
                </a:solidFill>
                <a:latin typeface="Aptos"/>
              </a:rPr>
              <a:t>The calculation logic and the numeric representation are two different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Equality Is a Trap with Floating-Point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Exact equality checks can surprise you when values were produced by floating-point arithmetic.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840480" cy="2423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572768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020824"/>
            <a:ext cx="295351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0.1 + 0.2 === 0.3
Expected by intuition: true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651760"/>
            <a:ext cx="91440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06440" y="1417320"/>
            <a:ext cx="5166360" cy="242316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2744" y="15453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572768"/>
            <a:ext cx="4325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Observed JavaScript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20824"/>
            <a:ext cx="427939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0.1 + 0.2 === 0.3
Observed: false
Inspect the actual numeric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For exact-value comparisons, do not assume floating-point results are identical to decimal notation.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4BCC3"/>
                </a:solidFill>
                <a:latin typeface="Aptos"/>
              </a:rPr>
              <a:t>Use an appropriate numeric representation and comparison strategy for the business requirement.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Aggregation Arithmetic: Same Logic, Explicit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MongoDB aggregation can express order calculations with operators such as $multiply, $add, $subtract, and $sum.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92608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527048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$multiply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75104"/>
            <a:ext cx="2039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× unitPrice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92608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1527048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$subtract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1975104"/>
            <a:ext cx="2039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line total − 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371600"/>
            <a:ext cx="292608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527048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$sum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1975104"/>
            <a:ext cx="2039111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add line totals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371600"/>
            <a:ext cx="1600200" cy="192024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326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5328" y="1527048"/>
            <a:ext cx="7589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5328" y="1975104"/>
            <a:ext cx="713231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Subtotal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331720"/>
            <a:ext cx="9144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2331720"/>
            <a:ext cx="18288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38360" y="2331720"/>
            <a:ext cx="13716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7D68D"/>
                </a:solidFill>
                <a:latin typeface="Aptos"/>
              </a:rPr>
              <a:t>Example pipeline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E8BE"/>
                </a:solidFill>
                <a:latin typeface="Aptos Mono"/>
              </a:rPr>
              <a:t>lineTotal = {$multiply:["$items.quantity","$items.unitPrice"]}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E8BE"/>
                </a:solidFill>
                <a:latin typeface="Aptos Mono"/>
              </a:rPr>
              <a:t>subtotal = {$sum:"$lineTotals"}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BCC3"/>
                </a:solidFill>
                <a:latin typeface="Aptos"/>
              </a:rPr>
              <a:t>Arithmetic operators make the business formula readable; precision still depends on the numeric representation.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Developer Response to Floating-Point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Do not treat a display artifact as a database bug; identify the required numeric semantics.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527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1 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75104"/>
            <a:ext cx="249631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Is the value:
• a count?
• a measurement?
• a rate?
• an exact decimal amount?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527048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2 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975104"/>
            <a:ext cx="249631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Test representative arithmetic.
Check equality behavior.
Inspect actual stored values when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383280" cy="33832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4996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1527048"/>
            <a:ext cx="2542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3 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1975104"/>
            <a:ext cx="2496311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Choose a representation that matches the business requirement.
Decimal128 is covered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57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The right response starts with semantics, not with formatting.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A focused mongosh demonstration of arithmetic and floating-point behavior.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98448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893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Run JS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89304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0.1 + 0.2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1832" y="1719072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2139696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85415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30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Check equality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30552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=== comparison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" y="2560320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20" y="2980944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26663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71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Calculate order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97180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quantity ×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3401568"/>
            <a:ext cx="0" cy="347471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3822191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1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130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Aggregate totals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8130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$multiply + $sum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1832" y="4242816"/>
            <a:ext cx="0" cy="347472"/>
          </a:xfrm>
          <a:prstGeom prst="line">
            <a:avLst/>
          </a:prstGeom>
          <a:ln w="2032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4663440"/>
            <a:ext cx="420624" cy="420624"/>
          </a:xfrm>
          <a:prstGeom prst="ellipse">
            <a:avLst/>
          </a:prstGeom>
          <a:solidFill>
            <a:srgbClr val="57D68D"/>
          </a:solidFill>
          <a:ln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59"/>
            <a:ext cx="420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0A0C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542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Discuss 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654296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BCC3"/>
                </a:solidFill>
                <a:latin typeface="Aptos"/>
              </a:rPr>
              <a:t>Why representation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7D68D"/>
                </a:solidFill>
                <a:latin typeface="Aptos"/>
              </a:rPr>
              <a:t>Outcome: explain arithmetic results in terms of business formulas and numeric representation.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Summary: Arithmetic Has a Representation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1143000" cy="50292"/>
          </a:xfrm>
          <a:prstGeom prst="rect">
            <a:avLst/>
          </a:prstGeom>
          <a:solidFill>
            <a:srgbClr val="57D6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BCC3"/>
                </a:solidFill>
                <a:latin typeface="Aptos"/>
              </a:rPr>
              <a:t>Business formula → runtime arithmetic → observed result → precision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24612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57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7D68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618488"/>
            <a:ext cx="2404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1 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066544"/>
            <a:ext cx="2359152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quantity × price
subtotal − discount
sum line totals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63040"/>
            <a:ext cx="324612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F5C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B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618488"/>
            <a:ext cx="2404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2 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66544"/>
            <a:ext cx="2359152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Floating-point arithmetic
finite representation
possible small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63040"/>
            <a:ext cx="3931920" cy="3154680"/>
          </a:xfrm>
          <a:prstGeom prst="roundRect">
            <a:avLst/>
          </a:prstGeom>
          <a:solidFill>
            <a:srgbClr val="14181C"/>
          </a:solidFill>
          <a:ln w="16510">
            <a:solidFill>
              <a:srgbClr val="9D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27264" y="1591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DE8B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618488"/>
            <a:ext cx="30906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3  DEVELOPER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66544"/>
            <a:ext cx="3044951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4BCC3"/>
                </a:solidFill>
                <a:latin typeface="Aptos"/>
              </a:rPr>
              <a:t>Test representative values.
Do not rely on exact equality blindly.
Choose a type for the required semantics.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22191" y="3017520"/>
            <a:ext cx="246889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3017520"/>
            <a:ext cx="182880" cy="0"/>
          </a:xfrm>
          <a:prstGeom prst="line">
            <a:avLst/>
          </a:prstGeom>
          <a:ln w="25400">
            <a:solidFill>
              <a:srgbClr val="57D6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Key habit: separate “the formula is correct” from “the representation is exact.”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89788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4BCC3"/>
                </a:solidFill>
                <a:latin typeface="Aptos"/>
              </a:rPr>
              <a:t>Next: Decimal128 and price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