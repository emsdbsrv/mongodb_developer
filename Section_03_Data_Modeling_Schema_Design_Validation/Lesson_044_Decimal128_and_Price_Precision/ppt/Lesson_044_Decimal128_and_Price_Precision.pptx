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7D68D"/>
                </a:solidFill>
                <a:latin typeface="Aptos"/>
              </a:rPr>
              <a:t>Lesson 044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9FA"/>
                </a:solidFill>
                <a:latin typeface="Aptos"/>
              </a:rPr>
              <a:t>Decimal128 and
Price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7860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4BCC3"/>
                </a:solidFill>
                <a:latin typeface="Aptos"/>
              </a:rPr>
              <a:t>A deliberate decimal representation for price and amount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29000"/>
            <a:ext cx="2971800" cy="13258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355701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3575304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0.10 + 0.20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4032504"/>
            <a:ext cx="20848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Decimal-aware arithmetic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429000"/>
            <a:ext cx="2971800" cy="13258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355701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3575304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75000.00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4032504"/>
            <a:ext cx="20848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Price with explicit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429000"/>
            <a:ext cx="2971800" cy="13258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6" y="355701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3575304"/>
            <a:ext cx="21122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Decimal128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4032504"/>
            <a:ext cx="208483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Decimal numeric 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89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Order Management example throughout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Price fields are business values, not just generic numbers.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29000" cy="16002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563624"/>
            <a:ext cx="25694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Unit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020824"/>
            <a:ext cx="2542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75000.00
1500.50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6002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563624"/>
            <a:ext cx="2569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020824"/>
            <a:ext cx="2542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5000.00
100.00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429000" cy="16002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42248" y="1563624"/>
            <a:ext cx="25694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Payment 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2248" y="2020824"/>
            <a:ext cx="2542031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72900.00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8F9FA"/>
                </a:solidFill>
                <a:latin typeface="Aptos"/>
              </a:rPr>
              <a:t>quantity × unit price → line total → discount → subtotal → 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4BCC3"/>
                </a:solidFill>
                <a:latin typeface="Aptos"/>
              </a:rPr>
              <a:t>Formatting a number as two decimal places is not the same as choosing a precise storage representation.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Decimal128 is a 128-bit decimal floating-point BSON type for high-precision decimal values.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33832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563624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Decimal semantics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020824"/>
            <a:ext cx="2496312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Decimal values are represented using decimal floating-point semantics.
Useful for high-precision decimal use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3832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563624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Order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020824"/>
            <a:ext cx="2496312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unitPrice
discount
tax amount
payment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33832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563624"/>
            <a:ext cx="25237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Developer habit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020824"/>
            <a:ext cx="2496311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Make the type explicit.
Keep related fields consistent.
Verify with $type.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Choose the type because the business requirement calls for decimal semantics—not because the display looks like money.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The same business amount can have different representation behavior.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429000" cy="21031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7" y="1563624"/>
            <a:ext cx="2569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Binary floating-point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2020824"/>
            <a:ext cx="254203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0.1 + 0.2
may expose a representation artifact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2468880"/>
            <a:ext cx="50292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54880" y="1417320"/>
            <a:ext cx="2880360" cy="21031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8289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56362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Decimal128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2020824"/>
            <a:ext cx="199339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Decimal128("0.10")
Decimal128("0.20")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2468880"/>
            <a:ext cx="502921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12480" y="1417320"/>
            <a:ext cx="3154680" cy="21031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1563624"/>
            <a:ext cx="22951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Business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020824"/>
            <a:ext cx="2267711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Decimal-aware aggregation keeps price operands in decimal numeric 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06240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8F9FA"/>
                </a:solidFill>
                <a:latin typeface="Aptos"/>
              </a:rPr>
              <a:t>Representation choice follows business semantics.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1663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4BCC3"/>
                </a:solidFill>
                <a:latin typeface="Aptos"/>
              </a:rPr>
              <a:t>This lesson turns the previous floating-point observation into a deliberate price-model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Use Decimal128("...") to make the intended decimal value explicit.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4572000" cy="38862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563624"/>
            <a:ext cx="3712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2020824"/>
            <a:ext cx="3685032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Decimal128("0.10")
Decimal128("0.20")
Decimal128("75000.00")
Decimal128("1500.50")
Decimal128("5000.00")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417320"/>
            <a:ext cx="5394960" cy="13258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34455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1563624"/>
            <a:ext cx="4535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Store in an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020824"/>
            <a:ext cx="45079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unitPrice: Decimal128("75000.00")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017520"/>
            <a:ext cx="5394960" cy="13258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34455" y="31455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3163824"/>
            <a:ext cx="4535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3621024"/>
            <a:ext cx="45079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$type: "$items.0.unitPrice"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23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4BCC3"/>
                </a:solidFill>
                <a:latin typeface="Aptos"/>
              </a:rPr>
              <a:t>The quotation marks are intentional: the constructor receives a decimal string.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Keep price-like values in a consistent numeric representation.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834640" cy="39319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45389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[]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7" y="1472184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items[]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929384"/>
            <a:ext cx="194767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quantity
unitPrice
discount
Whole-number count + decimal price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40" y="2834640"/>
            <a:ext cx="54864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1325880"/>
            <a:ext cx="3200400" cy="39319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45389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2184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Decimal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929384"/>
            <a:ext cx="231343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unitPrice → Decimal128
discount → Decimal128
payment.amount → Decimal128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0" y="2834640"/>
            <a:ext cx="502919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21040" y="1325880"/>
            <a:ext cx="3291840" cy="39319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45389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472184"/>
            <a:ext cx="24323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Calculation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929384"/>
            <a:ext cx="2404871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$multiply
$subtract
$sum
Keep price operands decimal-aware.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6692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Use one deliberate representation across related price and amount fields.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MongoDB arithmetic operators can calculate using Decimal128 operands.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423160" cy="18288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563624"/>
            <a:ext cx="1563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$multiply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020824"/>
            <a:ext cx="153619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quantity × unitPrice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417320"/>
            <a:ext cx="2423160" cy="18288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269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1563624"/>
            <a:ext cx="1563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$subtract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2020824"/>
            <a:ext cx="153619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line total − discount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417320"/>
            <a:ext cx="2423160" cy="18288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34455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563624"/>
            <a:ext cx="1563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$sum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20824"/>
            <a:ext cx="153619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sum discounted 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417320"/>
            <a:ext cx="3154680" cy="18288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86216" y="1545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1563624"/>
            <a:ext cx="22951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Grand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020824"/>
            <a:ext cx="2267711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subtotal + shipping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2286000"/>
            <a:ext cx="118872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23560" y="2286000"/>
            <a:ext cx="118872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75320" y="2286000"/>
            <a:ext cx="118872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41605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E8BE"/>
                </a:solidFill>
                <a:latin typeface="Aptos Mono"/>
              </a:rPr>
              <a:t>$multiply: ["$$i.quantity", "$$i.unitPrice"]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091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E8BE"/>
                </a:solidFill>
                <a:latin typeface="Aptos Mono"/>
              </a:rPr>
              <a:t>$subtract: [lineTotal, "$$i.discount"]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E8BE"/>
                </a:solidFill>
                <a:latin typeface="Aptos Mono"/>
              </a:rPr>
              <a:t>$sum: "$discountedLines"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4BCC3"/>
                </a:solidFill>
                <a:latin typeface="Aptos"/>
              </a:rPr>
              <a:t>The business formula stays readable while the operands carry decimal semantics.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Price precision is a data-model and application-contract decision.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468880" cy="3931920"/>
          </a:xfrm>
          <a:prstGeom prst="roundRect">
            <a:avLst/>
          </a:prstGeom>
          <a:solidFill>
            <a:srgbClr val="14181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468880" cy="39319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45389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472184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1  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929384"/>
            <a:ext cx="158191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Scale, rounding, currency, allowed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468880" cy="39319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145389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472184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2  REPRESENT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1929384"/>
            <a:ext cx="158191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Decimal128 for decimal-exact requirements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25880"/>
            <a:ext cx="2468880" cy="39319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45389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472184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3  CALCULATE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929384"/>
            <a:ext cx="158191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Compatible operands + representative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325880"/>
            <a:ext cx="2468880" cy="39319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45389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9528" y="1472184"/>
            <a:ext cx="1609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4 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1929384"/>
            <a:ext cx="1581911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$type + driver mapping + output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150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Precision is a model decision, not a display-formatting trick.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A focused mongosh demonstration of Decimal128 price precision.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98448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44168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893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Compare representations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2893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0.1 + 0.2 vs decimal values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41832" y="1719072"/>
            <a:ext cx="0" cy="347471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1520" y="2139696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85415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30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Create Decimal128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13055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Decimal128("75000.00")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" y="2560320"/>
            <a:ext cx="0" cy="347471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31520" y="2980944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26663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971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Insert an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97180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Decimal unit prices and discounts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1832" y="3401568"/>
            <a:ext cx="0" cy="347471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31520" y="3822191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67911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813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Calculate totals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813048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$multiply + $subtract + $sum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1832" y="4242816"/>
            <a:ext cx="0" cy="347472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31520" y="4663440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09159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542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654296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Use $type on price fields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7D68D"/>
                </a:solidFill>
                <a:latin typeface="Aptos"/>
              </a:rPr>
              <a:t>Outcome: model price values deliberately and verify that MongoDB stores them as Decimal128.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Business amount → decimal representation → decimal arithmetic → verified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3383280" cy="32004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59105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609344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1 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066544"/>
            <a:ext cx="249631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Price
Discount
Tax
Payment amount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63040"/>
            <a:ext cx="3383280" cy="32004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8536" y="159105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1609344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2  DECIMAL128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2066544"/>
            <a:ext cx="249631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Decimal128("...")
Explicit decimal semantics
Consistent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463040"/>
            <a:ext cx="3840480" cy="32004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159105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609344"/>
            <a:ext cx="29809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3 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066544"/>
            <a:ext cx="2953511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$multiply / $subtract / $sum
$type
Representative tests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13632" y="3063240"/>
            <a:ext cx="201168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71231" y="3063240"/>
            <a:ext cx="201169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Key habit: choose numeric representation from business precision requirements—not from display formatting.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897880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4BCC3"/>
                </a:solidFill>
                <a:latin typeface="Aptos"/>
              </a:rPr>
              <a:t>Numeric foundation: types → widths → arithmetic → price precision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