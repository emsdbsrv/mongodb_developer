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60120"/>
            <a:ext cx="118872" cy="416052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D278"/>
                </a:solidFill>
                <a:latin typeface="Aptos Display"/>
              </a:defRPr>
            </a:pPr>
            <a:r>
              <a:t>Lesson 008</a:t>
            </a:r>
          </a:p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General Setup and MongoDB Installation</a:t>
            </a:r>
          </a:p>
          <a:p>
            <a:pPr>
              <a:defRPr sz="2500" b="0">
                <a:solidFill>
                  <a:srgbClr val="FFFFFF"/>
                </a:solidFill>
                <a:latin typeface="Aptos"/>
              </a:defRPr>
            </a:pPr>
            <a:r>
              <a:t>Development Environment and Tooling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Prepare a reliable local MongoDB development environment.</a:t>
            </a:r>
          </a:p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Install the tools needed for the upcoming lessons.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What We Need Before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 MongoDB developer environment needs a database server.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You also need a MongoDB shell for interactive operations.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Optional tools such as MongoDB Compass can simplify inspection.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Your environment should allow repeatable start, stop, and connection testing.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Use the setup that matches your operating system and development workflow.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Local MongoDB or MongoDB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can run locally on your development machine.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can also run as a managed deployment in MongoDB Atlas.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Local MongoDB is useful for offline development and controlled experiments.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Atlas is useful when you need a managed cloud environment.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The MongoDB commands and concepts remain largely consistent.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Installation on macOS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Download the MongoDB Community Edition appropriate for macOS.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Install MongoDB using the supported package method for your environment.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Install mongosh separately when required.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Verify that the MongoDB binaries are available from the terminal.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Start MongoDB and confirm that a client can connect.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Installation on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Download the MongoDB Community Edition for Windows.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Install the MongoDB server and required components.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Install mongosh if it is not included with the selected package.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Verify the installation from PowerShell or Command Prompt.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Start the MongoDB service and test a local connection.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Installation on 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Use the MongoDB repository and package instructions for your Linux distribution.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Install the MongoDB server packages.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Install mongosh when required.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Enable and start the MongoDB service.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Verify the service status before connecting from the shell.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Verify the Installation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Open a terminal or command prompt.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Run mongosh and connect to the local MongoDB instance.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Check that the shell can communicate with the server.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Run a simple database command to confirm access.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Record the MongoDB server and shell versions for troubleshooting.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Basic Environment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Confirm the MongoDB service is running.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Confirm the expected port is available.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Confirm the shell can connect.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Confirm your user has the required permissions.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Confirm your development tools can reach the same MongoDB instance.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Common Setup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MongoDB may not be running when mongosh starts.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The MongoDB binary may not be available in the system PATH.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The server may be listening on a different address or port.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Authentication settings may prevent a connection.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Check the service status and connection details before changing configuration.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Recommended Developer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Keep MongoDB configuration separate from application code.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Use a consistent local database name for demonstrations.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Keep sample data and setup scripts in source control.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Document the MongoDB and mongosh versions used by the project.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Make the environment easy for another developer to reproduce.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91440" cy="685800"/>
          </a:xfrm>
          <a:prstGeom prst="rect">
            <a:avLst/>
          </a:prstGeom>
          <a:solidFill>
            <a:srgbClr val="00D2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Lesson 008 —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69848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 working MongoDB environment is the foundation for the hands-on lessons.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Install MongoDB and mongosh for local development.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Verify the service before starting database exercises.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Use scripts to make setup repeatable.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Choose local MongoDB or Atlas according to the development requirement.</a:t>
            </a:r>
          </a:p>
          <a:p>
            <a:pPr>
              <a:lnSpc>
                <a:spcPct val="105000"/>
              </a:lnSpc>
              <a:spcAft>
                <a:spcPts val="9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Next, we will look at installing MongoDB on Windows in more detail.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B9B9B9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