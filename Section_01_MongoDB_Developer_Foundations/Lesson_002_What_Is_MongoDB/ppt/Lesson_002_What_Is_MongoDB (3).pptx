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118872" cy="416052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278"/>
                </a:solidFill>
                <a:latin typeface="Aptos Display"/>
              </a:defRPr>
            </a:pPr>
            <a:r>
              <a:t>Lesson 002</a:t>
            </a:r>
          </a:p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What Is MongoDB?</a:t>
            </a:r>
          </a:p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MongoDB Developer Learning Path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Understand the platform before writing queries.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Understand the document database model.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Understand where MongoDB fits in application development.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What Is MongoDB?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is a document-oriented database.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stores data as BSON documents.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BSON is a binary representation of JSON-like data.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Documents can contain fields, nested objects, and arrays.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groups related documents inside collections.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Collections are grouped inside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MongoDB in One Simple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MongoDB deployment contains databases.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database contains collections.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collection contains documents.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document contains fields and values.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field can contain a scalar value, an object, or an array.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This structure allows application data to be represented naturally.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MongoDB Document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Consider an application that stores customer information.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customer document can contain the customer's name.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same document can contain an email address.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document can also contain an address object.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An orders array can contain related order information.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application can retrieve the required customer information as one document.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MongoDB Compared With a Relational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 relational database commonly organizes information into tables and rows.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organizes information into collections and documents.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Relational models commonly use joins to combine related rows.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can embed related information inside a document when that fits the access pattern.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can also use references when separate documents are more appropriate.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 goal is not to remove structure, but to choose a structure that fits the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Why Developers Use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Documents map naturally to many application objects.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Nested objects and arrays can represent complex data directly.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 document model supports flexible schema evolution.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provides a rich query language for documents.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Indexes can be created to support application access patterns.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also provides aggregation, transactions, replication, and horizontal scaling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Flexible Schema Does Not Mean No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allows documents in a collection to have different fields.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That flexibility does not mean applications should ignore data design.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Applications still need consistent document structures.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Validation rules can be used when stronger controls are required.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Good MongoDB development starts with understanding the application's data requirements.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Schema decisions should be intentional rather than accidental.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When MongoDB Fits an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can be useful when application data has nested or evolving structures.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can fit applications that frequently access related information together.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supports high-volume application workloads with appropriate architecture.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can be used for transactional workloads as well as analytical and event-driven patterns.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 database choice should always be based on application requirements.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is a tool, not a replacement for every database technology.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Developer Workflow With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First, understand the application's data and access patterns.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Next, design the document structure.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Then, create collections and load representative data.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Build queries and updates around actual application operations.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Add indexes based on measured query patterns.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Finally, validate performance, security, reliability, and operational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Lesson 002 —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is a document-oriented database.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Data is stored as BSON documents inside collections.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Documents can contain nested objects and arrays.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provides flexible schema capabilities, but good design is still required.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Embedding and referencing are both important modeling techniques.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 the next lesson, we will examine MongoDB's key characteristics and how they differ from traditional SQL database approaches.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