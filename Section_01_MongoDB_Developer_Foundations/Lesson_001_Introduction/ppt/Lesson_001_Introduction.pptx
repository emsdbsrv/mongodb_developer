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001</a:t>
            </a:r>
          </a:p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Introduction</a:t>
            </a:r>
          </a:p>
          <a:p>
            <a:pPr>
              <a:defRPr sz="2500">
                <a:solidFill>
                  <a:srgbClr val="FFFFFF"/>
                </a:solidFill>
                <a:latin typeface="Aptos"/>
              </a:defRPr>
            </a:pPr>
            <a:r>
              <a:t>MongoDB Developer Learning Path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Understand the path.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Build the fundamentals.</a:t>
            </a:r>
          </a:p>
          <a:p>
            <a:pPr>
              <a:defRPr sz="2100">
                <a:solidFill>
                  <a:srgbClr val="FFFFFF"/>
                </a:solidFill>
                <a:latin typeface="Aptos"/>
              </a:defRPr>
            </a:pPr>
            <a:r>
              <a:t>Practice every concept.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You Will Learn in This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start with MongoDB fundamentals.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learn how MongoDB stores data as documents.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learn how to design documents for application access patterns.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build CRUD operations using mongosh.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learn filtering, projection, sorting, pagination, and arrays.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build aggregation pipelines and geospatial queries.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learn indexing and query performance.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will progress toward transactions, application development, security, and production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The Developer-Focused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is a hands-on MongoDB developer learning path.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Each lesson introduces one practical capability.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Each concept is followed by a working example.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examples are designed to be executed, modified, and tested.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focus is on how developers use MongoDB in real applications.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goal is to understand both the MongoDB feature and when to use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Think in Documents, Not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does not require every application object to become a separate table.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 document can contain nested objects and arrays.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Related information can sometimes be embedded in the same document.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Other relationships may be better represented with references.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correct design depends on how the application reads and writes data.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learning path will show both embedded and referenced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How Each Lesson Is Structured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Start with the concept.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Understand the MongoDB syntax.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Review a realistic example.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Run the provided script.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Execute the demo step by step.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Change the example and observe the result.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Use the same pattern in your own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The Three Practical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PPT — explains the concept and the developer decision behind it.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Script — creates the database objects and sample data.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Demo — provides the commands or application code used during practice.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Keep these three assets together for every lesson.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This makes each lesson repeatable and easy to revisit.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Your Learning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First, understand MongoDB and the document model.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Next, learn data modeling and schema validation.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Then, master CRUD and querying.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After that, learn updates, arrays, aggregation, and geospatial development.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Next, focus on indexes, performance, transactions, and consistency.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Then, integrate MongoDB with application frameworks and drivers.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Finally, apply security and production architecture practices.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You Should Do Before the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Install MongoDB and mongosh.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Make sure you can connect to your MongoDB environment.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Open the lesson repository in your development environment.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Run the example scripts without changing them first.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Then modify one example and observe what changes.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Keep the terminal output available while following the demonstrations.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001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is a document database built around BSON documents.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MongoDB development starts with understanding the document model.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Good MongoDB design begins with application access patterns.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Hands-on practice is part of every lesson.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learning path moves from fundamentals to production-ready development.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In the next lesson, we begin with the MongoDB platform and its core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