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118872" cy="416052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278"/>
                </a:solidFill>
                <a:latin typeface="Aptos Display"/>
              </a:defRPr>
            </a:pPr>
            <a:r>
              <a:t>Lesson 007</a:t>
            </a:r>
          </a:p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Developer Learning Path and Expectations</a:t>
            </a:r>
          </a:p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MongoDB Developer Learning Path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Know how the lessons are organized.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Build skills through progressive hands-on practice.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This Learning Path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learning path starts with MongoDB fundamentals.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It then moves into data modeling and schema design.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CRUD and querying build the core development skills.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Later lessons cover updates, arrays, aggregation, geospatial queries, and indexes.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final stages focus on transactions, applications, security, and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Learn in the Right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Each section builds on skills introduced earlier.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Data modeling comes before advanced application patterns.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Querying comes before query optimization.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Database operations come before application integration.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Production practices build on the fundamentals.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Every Lesson Is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Each lesson introduces a focused MongoDB capability.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Examples use commands, scripts, or application code.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Run the examples instead of only reading them.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Change the examples and observe the results.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the exercises to build confidence with MongoDB.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The Three Lesson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PPT explains the concept and developer decisions.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Script creates repeatable database setup or sample data.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Demo shows the commands or code used in practice.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Keep the three assets together for each lesson.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This makes the learning path easier to reproduce and revisit.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You Should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Type or run the examples yourself.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Change filters and values to test different results.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Add documents with different structures.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Test both successful and invalid operations.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your own application scenarios after completing the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Focus on Developer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Do not focus only on memorizing MongoDB commands.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Understand why a document should be embedded or referenced.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Understand why an index is needed for a query.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Understand when a transaction is justified.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Understand how database choices affect application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From Local Practice to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Start with mongosh to understand database behavior.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Compass when visual inspection is useful.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Move database operations into application drivers.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Apply validation, error handling, security, and testing.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Use production deployment practices when the application is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How to Measure Your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You should be able to explain the MongoDB concept.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You should be able to run the example without copying blindly.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You should be able to modify the example.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You should be able to explain the result.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You should be able to apply the concept to a realistic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 Good Learning Routine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Watch the explanation.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Run the demonstration.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Repeat the commands yourself.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Modify the example.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Write down what changed and why.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Move to the next lesson only after the concept is clear.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Lesson 007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learning path is progressive and developer focused.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Hands-on practice is expected in every lesson.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PPT, script, and demo work together.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Focus on design decisions instead of memorizing syntax.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Apply each MongoDB capability to realistic application scenarios.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Next, we begin the development environment and tooling section.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