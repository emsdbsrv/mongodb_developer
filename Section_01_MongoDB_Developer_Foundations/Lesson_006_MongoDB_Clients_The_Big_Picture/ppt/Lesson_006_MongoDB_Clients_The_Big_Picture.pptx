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118872" cy="416052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278"/>
                </a:solidFill>
                <a:latin typeface="Aptos Display"/>
              </a:defRPr>
            </a:pPr>
            <a:r>
              <a:t>Lesson 006</a:t>
            </a:r>
          </a:p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MongoDB + Clients: The Big Picture</a:t>
            </a:r>
          </a:p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MongoDB Developer Learning Path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Understand how clients connect to MongoDB.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See the complete path from application to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The Complete MongoDB Client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An application normally does not communicate with MongoDB directly at the network protocol level.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MongoDB driver sits between application code and the database server.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driver manages the connection and sends database operations.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MongoDB server processes the operation and returns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Application to Database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Application code creates a database operation.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MongoDB driver converts that operation into the required database communication.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driver sends the request to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executes the operation.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driver receives the response and exposes the result to the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Where mongosh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 is also a MongoDB client.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provides an interactive interface for developers and administrators.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 sends commands to the MongoDB server through the MongoDB client infrastructure.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important difference is that a person interacts with mongosh directly.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Application code normally uses a language-specific driver instead.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Where MongoDB Compass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Compass is another client application.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provides a graphical interface for interacting with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Compass can inspect databases, collections, documents, indexes, and queries.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Compass is useful for exploration and development.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is not normally part of an application's runtime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Different Clients, Same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mongosh, Compass, and application drivers can connect to the same MongoDB deployment.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They can access the same databases and collections when authorized.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client determines how the developer or application interacts with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MongoDB server remains responsible for storing and processing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Application Drivers by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Node.js applications use the MongoDB Node.js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Java applications use the MongoDB Java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Python applications use the MongoDB Python driver.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Other supported languages have their own MongoDB drivers.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database concepts remain consistent across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Client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Clients establish connections to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Clients send database operations.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Clients receive and expose database results.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Application drivers also integrate database operations with application code.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Connection configuration, authentication, timeouts, and error handling are important client concerns.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Server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validates and executes database operations.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manages documents, indexes, transactions, and storage.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controls access according to configured security rules.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can replicate data and distribute workloads depending on the deployment.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server is independent of the programming language used by the 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 Developer's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Think of the application as the consumer of data.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Think of the driver as the communication layer.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Think of MongoDB as the database engine.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Think of mongosh and Compass as development and administration clients.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This separation makes it easier to understand application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Lesson 006 —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can be accessed through multiple client types.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Application drivers connect application code to MongoDB.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mongosh provides interactive command-line access.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Compass provides graphical database access.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Different clients can work with the same MongoDB deployment.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Next, we will begin setting up the development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