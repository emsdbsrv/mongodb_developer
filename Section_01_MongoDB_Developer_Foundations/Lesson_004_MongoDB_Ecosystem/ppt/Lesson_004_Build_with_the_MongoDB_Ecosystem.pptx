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004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Build with the MongoDB Ecosystem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the tools around MongoDB.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Choose the right tool for each development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Is the MongoDB Ecosystem?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development includes the database server, shells, drivers, tools, and cloud services.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Each component supports a different development task.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Understanding the ecosystem helps developers choose the right tool.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goal is to build, test, deploy, and operate MongoDB applications effectively.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server stores and processes application data.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manages databases, collections, documents, indexes, and queries.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also provides transactions, aggregation, replication, and scaling capabilities.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Applications normally communicate with MongoDB through a driver.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mongosh — The Developer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is the modern MongoDB command-line shell.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supports database creation, document operations, queries, and administration.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is useful for learning, troubleshooting, and quick experiments.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Developers can use it to verify database behavior before writing application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Compass provides a graphical interface for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Developers can browse databases, collections, documents, and query results.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Compass is useful for visual inspection and interactive exploration.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can also help developers inspect indexes and database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Applications connect to MongoDB through language-specific drivers.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are available for Java, JavaScript, Python, C#, Go, and other languages.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provides APIs for application database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is the bridge between application code and MongoDB.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Node.js and Java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Node.js applications can use the MongoDB Node.js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Java applications can use the MongoDB Java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Spring Boot applications can use Spring Data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concepts remain the same across programming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MongoDB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Atlas is MongoDB's managed cloud database service.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Atlas reduces the need to manage database infrastructure manually.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Applications connect to Atlas through standard MongoDB drivers.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Atlas provides deployment, monitoring, backup, and scaling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Choosing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mongosh for command-line database work and troubleshooting.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Compass for visual inspection and exploration.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drivers for application integration.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Atlas for managed cloud deployments.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scripts and automation for repeatable development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Typical 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Design the document model.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Create sample data using mongosh or scripts.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Inspect the data with Compass when useful.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Build application access through a MongoDB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Test queries, updates, indexes, and application behavior.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Move toward a production MongoDB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004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ecosystem includes the server, mongosh, Compass, drivers, Atlas, and frameworks.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supports interactive development and troubleshooting.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Compass provides visual database exploration.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Drivers connect application code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Atlas provides a managed MongoDB deployment option.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Next, we will compare mongosh and MongoDB drivers.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