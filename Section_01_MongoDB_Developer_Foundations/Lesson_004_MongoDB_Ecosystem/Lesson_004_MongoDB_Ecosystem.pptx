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4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Understand the tools, clients, services, and integrations that surround MongoDB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Identify the main MongoDB ecosystem components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role of the server, shell, drivers, and Compass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Recognize Atlas and import tooling in the workflow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how the same data can be accessed through different tools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the ecosystem to Order Management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The ecosystem around MongoDB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is more than the database server alone.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Developers use several tools and interfaces around the same data platform.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core components serve different purposes.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Understanding those roles makes the architecture easier to reason about.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server is the database engine that stores and processes application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Clients and applications communicate with the server.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Server configuration and deployment choices come later in the learning path.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For now, treat the server as the central data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Shell, drivers, and Compass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mongosh provides direct interactive database access.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Drivers connect application code to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Compass provides a visual way to explore and work with databases and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Each tool addresses a different developer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Atlas and cloud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Atlas is MongoDB’s managed cloud database service.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It provides a managed environment for MongoDB workloads.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same application concepts still apply: databases, collections, documents, queries.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learning path later uses deployment and production concepts in more depth.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Data import and integrations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mongoimport supports repeatable ingestion of external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Drivers connect application services to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Additional integrations can connect MongoDB with analytics and other systems.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ecosystem supports both development and broader data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Order Management through the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developer can inspect an order with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developer can explore the collection visually with Compass.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 code uses a language driver.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Atlas or another deployment hosts the MongoDB environment the tools connect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Hands-on: identify the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Check the MongoDB version from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List available databases and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Insert and query an order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the same mental model when switching to Compass or a driver.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Server stores and processes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Shell supports interactive work.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Drivers connect applications.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Compass supports visual exploration.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Atlas and import tools extend the development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Now compare two developer access paths directly: mongosh and language drivers.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9671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Stores / processes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Interactive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Application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828800"/>
            <a:ext cx="1371600" cy="2423160"/>
          </a:xfrm>
          <a:prstGeom prst="roundRect">
            <a:avLst/>
          </a:prstGeom>
          <a:solidFill>
            <a:srgbClr val="111820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057400"/>
            <a:ext cx="1225296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88920"/>
            <a:ext cx="1152144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709160"/>
            <a:ext cx="557784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FF9E18"/>
                </a:solidFill>
                <a:latin typeface="Aptos"/>
              </a:rPr>
              <a:t>Different tools, one MongoDB data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Understand the tools, clients, services, and integrations that surround MongoDB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Identify the main MongoDB ecosystem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role of the server, shell, drivers, and Compass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Recognize Atlas and import tooling in the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See how the same data can be accessed through different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Connect the ecosystem to Order Management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