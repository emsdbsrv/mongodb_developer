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005</a:t>
            </a:r>
          </a:p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Shell vs Drivers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two ways developers interact with MongoDB.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Know when to use each approach.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Two Ways to Work With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Developers commonly interact with MongoDB through mongosh or a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is mainly used directly by a developer or administrator.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driver is normally used by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Both ultimately send MongoDB operations to the database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Is mongosh?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is MongoDB's interactive command-line shell.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can connect to a MongoDB deployment and execute commands directly.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is useful for learning, testing queries, and troubleshooting.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is also useful for quick administrative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Is a MongoDB Driver?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MongoDB driver is a library used by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provides APIs for connecting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handles communication between the application and database server.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are available for many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The Same Database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developer can insert a document from mongosh.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same insert can be performed from Java, Node.js, Python, or another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server receives the database operation in both cases.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difference is how the operation is created and executed.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When to Use mongosh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mongosh when learning MongoDB syntax.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it when exploring a database interactively.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it to reproduce a query during troubleshooting.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it for quick setup and administrative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Do not use shell commands as a substitute for application data-access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When to Use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a driver when building an application.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allow application code to execute queries and updates.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support application-level connection management.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They also integrate MongoDB operations with application logic and error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Shell and Driver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can execute a command such as db.users.find().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Node.js application can execute the equivalent operation through the MongoDB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Java application can perform the same operation through the Java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database concepts remain the same.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Only the application interface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 Practical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Start by testing the database operation with mongosh.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Verify the document structure and expected result.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Move the working operation into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Add application validation and error handling.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Test the application operation against representative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Common Developer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Do not design an application only from isolated shell experiments.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 queries should reflect real access patterns.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Connection handling, timeouts, retries, and security also matter.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shell is a development tool.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is part of the application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005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provides direct interactive access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connect application code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Both can perform MongoDB database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mongosh for learning, exploration, and troubleshooting.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drivers for application development.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Next, we will look at how MongoDB connects with different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